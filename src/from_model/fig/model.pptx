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B0B0"/>
    <a:srgbClr val="FBE1E1"/>
    <a:srgbClr val="F9D7D7"/>
    <a:srgbClr val="CAEEFB"/>
    <a:srgbClr val="F7FEFF"/>
    <a:srgbClr val="E1F5D9"/>
    <a:srgbClr val="FFECA9"/>
    <a:srgbClr val="FFFDB5"/>
    <a:srgbClr val="FBE3D6"/>
    <a:srgbClr val="FDED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303CD7-D17E-4514-AC6E-4EFA4FDCDEDB}" v="71" dt="2025-02-25T14:31:44.1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u, Bowen" userId="cbd36780-c17d-4782-a6cd-6dd8a1dcdc2c" providerId="ADAL" clId="{C9303CD7-D17E-4514-AC6E-4EFA4FDCDEDB}"/>
    <pc:docChg chg="undo custSel addSld delSld modSld">
      <pc:chgData name="Hou, Bowen" userId="cbd36780-c17d-4782-a6cd-6dd8a1dcdc2c" providerId="ADAL" clId="{C9303CD7-D17E-4514-AC6E-4EFA4FDCDEDB}" dt="2025-02-25T14:32:57.228" v="514" actId="47"/>
      <pc:docMkLst>
        <pc:docMk/>
      </pc:docMkLst>
      <pc:sldChg chg="addSp delSp modSp mod">
        <pc:chgData name="Hou, Bowen" userId="cbd36780-c17d-4782-a6cd-6dd8a1dcdc2c" providerId="ADAL" clId="{C9303CD7-D17E-4514-AC6E-4EFA4FDCDEDB}" dt="2025-02-25T14:32:36.684" v="513" actId="1037"/>
        <pc:sldMkLst>
          <pc:docMk/>
          <pc:sldMk cId="340494126" sldId="257"/>
        </pc:sldMkLst>
        <pc:spChg chg="mod topLvl">
          <ac:chgData name="Hou, Bowen" userId="cbd36780-c17d-4782-a6cd-6dd8a1dcdc2c" providerId="ADAL" clId="{C9303CD7-D17E-4514-AC6E-4EFA4FDCDEDB}" dt="2025-02-25T14:18:55.051" v="313" actId="164"/>
          <ac:spMkLst>
            <pc:docMk/>
            <pc:sldMk cId="340494126" sldId="257"/>
            <ac:spMk id="6" creationId="{CF12503F-7739-2517-E7F0-836EF6F2F942}"/>
          </ac:spMkLst>
        </pc:spChg>
        <pc:spChg chg="add del mod">
          <ac:chgData name="Hou, Bowen" userId="cbd36780-c17d-4782-a6cd-6dd8a1dcdc2c" providerId="ADAL" clId="{C9303CD7-D17E-4514-AC6E-4EFA4FDCDEDB}" dt="2025-02-25T14:21:07.342" v="331" actId="478"/>
          <ac:spMkLst>
            <pc:docMk/>
            <pc:sldMk cId="340494126" sldId="257"/>
            <ac:spMk id="7" creationId="{59ABA661-62C6-9E4C-12C7-5DC1BBDDE2FA}"/>
          </ac:spMkLst>
        </pc:spChg>
        <pc:spChg chg="mod">
          <ac:chgData name="Hou, Bowen" userId="cbd36780-c17d-4782-a6cd-6dd8a1dcdc2c" providerId="ADAL" clId="{C9303CD7-D17E-4514-AC6E-4EFA4FDCDEDB}" dt="2025-02-25T14:18:15.976" v="298" actId="165"/>
          <ac:spMkLst>
            <pc:docMk/>
            <pc:sldMk cId="340494126" sldId="257"/>
            <ac:spMk id="9" creationId="{28E3F488-9951-BA42-2CA8-A069F1CB6524}"/>
          </ac:spMkLst>
        </pc:spChg>
        <pc:spChg chg="add mod">
          <ac:chgData name="Hou, Bowen" userId="cbd36780-c17d-4782-a6cd-6dd8a1dcdc2c" providerId="ADAL" clId="{C9303CD7-D17E-4514-AC6E-4EFA4FDCDEDB}" dt="2025-02-25T14:11:19.846" v="223" actId="1076"/>
          <ac:spMkLst>
            <pc:docMk/>
            <pc:sldMk cId="340494126" sldId="257"/>
            <ac:spMk id="20" creationId="{09B1C4CE-6F10-2E31-CB69-8E176A010D34}"/>
          </ac:spMkLst>
        </pc:spChg>
        <pc:spChg chg="add mod">
          <ac:chgData name="Hou, Bowen" userId="cbd36780-c17d-4782-a6cd-6dd8a1dcdc2c" providerId="ADAL" clId="{C9303CD7-D17E-4514-AC6E-4EFA4FDCDEDB}" dt="2025-02-25T14:07:13.587" v="120"/>
          <ac:spMkLst>
            <pc:docMk/>
            <pc:sldMk cId="340494126" sldId="257"/>
            <ac:spMk id="21" creationId="{4B4E0C41-86C2-A674-8895-F1C13A91AA07}"/>
          </ac:spMkLst>
        </pc:spChg>
        <pc:spChg chg="mod">
          <ac:chgData name="Hou, Bowen" userId="cbd36780-c17d-4782-a6cd-6dd8a1dcdc2c" providerId="ADAL" clId="{C9303CD7-D17E-4514-AC6E-4EFA4FDCDEDB}" dt="2025-02-25T14:07:28.706" v="125" actId="207"/>
          <ac:spMkLst>
            <pc:docMk/>
            <pc:sldMk cId="340494126" sldId="257"/>
            <ac:spMk id="23" creationId="{40540733-0609-42AC-A036-D919A7FD8281}"/>
          </ac:spMkLst>
        </pc:spChg>
        <pc:spChg chg="mod">
          <ac:chgData name="Hou, Bowen" userId="cbd36780-c17d-4782-a6cd-6dd8a1dcdc2c" providerId="ADAL" clId="{C9303CD7-D17E-4514-AC6E-4EFA4FDCDEDB}" dt="2025-02-25T14:29:21.554" v="437" actId="1076"/>
          <ac:spMkLst>
            <pc:docMk/>
            <pc:sldMk cId="340494126" sldId="257"/>
            <ac:spMk id="24" creationId="{2F750836-EC39-C432-C24B-9D3E95A81DE6}"/>
          </ac:spMkLst>
        </pc:spChg>
        <pc:spChg chg="mod">
          <ac:chgData name="Hou, Bowen" userId="cbd36780-c17d-4782-a6cd-6dd8a1dcdc2c" providerId="ADAL" clId="{C9303CD7-D17E-4514-AC6E-4EFA4FDCDEDB}" dt="2025-02-25T14:07:21.442" v="123"/>
          <ac:spMkLst>
            <pc:docMk/>
            <pc:sldMk cId="340494126" sldId="257"/>
            <ac:spMk id="25" creationId="{6CA1F3AD-296A-1750-3A20-6F297167727A}"/>
          </ac:spMkLst>
        </pc:spChg>
        <pc:spChg chg="add mod ord">
          <ac:chgData name="Hou, Bowen" userId="cbd36780-c17d-4782-a6cd-6dd8a1dcdc2c" providerId="ADAL" clId="{C9303CD7-D17E-4514-AC6E-4EFA4FDCDEDB}" dt="2025-02-25T14:16:02.982" v="258" actId="164"/>
          <ac:spMkLst>
            <pc:docMk/>
            <pc:sldMk cId="340494126" sldId="257"/>
            <ac:spMk id="27" creationId="{49CB68EF-E658-120B-E14A-87D5BFD83C0F}"/>
          </ac:spMkLst>
        </pc:spChg>
        <pc:spChg chg="add mod ord">
          <ac:chgData name="Hou, Bowen" userId="cbd36780-c17d-4782-a6cd-6dd8a1dcdc2c" providerId="ADAL" clId="{C9303CD7-D17E-4514-AC6E-4EFA4FDCDEDB}" dt="2025-02-25T14:16:02.982" v="258" actId="164"/>
          <ac:spMkLst>
            <pc:docMk/>
            <pc:sldMk cId="340494126" sldId="257"/>
            <ac:spMk id="28" creationId="{C70B5138-56A8-75CB-BA47-9DB23F841A8C}"/>
          </ac:spMkLst>
        </pc:spChg>
        <pc:spChg chg="add mod ord">
          <ac:chgData name="Hou, Bowen" userId="cbd36780-c17d-4782-a6cd-6dd8a1dcdc2c" providerId="ADAL" clId="{C9303CD7-D17E-4514-AC6E-4EFA4FDCDEDB}" dt="2025-02-25T14:16:02.982" v="258" actId="164"/>
          <ac:spMkLst>
            <pc:docMk/>
            <pc:sldMk cId="340494126" sldId="257"/>
            <ac:spMk id="29" creationId="{F9241C23-D731-835C-E63E-C707888B2DED}"/>
          </ac:spMkLst>
        </pc:spChg>
        <pc:spChg chg="add mod">
          <ac:chgData name="Hou, Bowen" userId="cbd36780-c17d-4782-a6cd-6dd8a1dcdc2c" providerId="ADAL" clId="{C9303CD7-D17E-4514-AC6E-4EFA4FDCDEDB}" dt="2025-02-25T14:29:41.955" v="439" actId="1035"/>
          <ac:spMkLst>
            <pc:docMk/>
            <pc:sldMk cId="340494126" sldId="257"/>
            <ac:spMk id="33" creationId="{46B16A13-D7E1-16FD-62B5-E30A64E3D52E}"/>
          </ac:spMkLst>
        </pc:spChg>
        <pc:spChg chg="add mod">
          <ac:chgData name="Hou, Bowen" userId="cbd36780-c17d-4782-a6cd-6dd8a1dcdc2c" providerId="ADAL" clId="{C9303CD7-D17E-4514-AC6E-4EFA4FDCDEDB}" dt="2025-02-25T14:18:05.213" v="296" actId="164"/>
          <ac:spMkLst>
            <pc:docMk/>
            <pc:sldMk cId="340494126" sldId="257"/>
            <ac:spMk id="35" creationId="{2406D75E-A410-83A9-7C65-2CAC3451210F}"/>
          </ac:spMkLst>
        </pc:spChg>
        <pc:spChg chg="add mod ord">
          <ac:chgData name="Hou, Bowen" userId="cbd36780-c17d-4782-a6cd-6dd8a1dcdc2c" providerId="ADAL" clId="{C9303CD7-D17E-4514-AC6E-4EFA4FDCDEDB}" dt="2025-02-25T14:20:06.931" v="321" actId="207"/>
          <ac:spMkLst>
            <pc:docMk/>
            <pc:sldMk cId="340494126" sldId="257"/>
            <ac:spMk id="36" creationId="{FC7B431A-C81C-E64F-B163-5DF2682C0AAC}"/>
          </ac:spMkLst>
        </pc:spChg>
        <pc:spChg chg="add mod ord">
          <ac:chgData name="Hou, Bowen" userId="cbd36780-c17d-4782-a6cd-6dd8a1dcdc2c" providerId="ADAL" clId="{C9303CD7-D17E-4514-AC6E-4EFA4FDCDEDB}" dt="2025-02-25T14:20:12.713" v="322" actId="207"/>
          <ac:spMkLst>
            <pc:docMk/>
            <pc:sldMk cId="340494126" sldId="257"/>
            <ac:spMk id="37" creationId="{CDC1976C-14B2-DD40-04C8-F8B8462B5966}"/>
          </ac:spMkLst>
        </pc:spChg>
        <pc:spChg chg="add mod">
          <ac:chgData name="Hou, Bowen" userId="cbd36780-c17d-4782-a6cd-6dd8a1dcdc2c" providerId="ADAL" clId="{C9303CD7-D17E-4514-AC6E-4EFA4FDCDEDB}" dt="2025-02-25T14:20:51.603" v="326" actId="1038"/>
          <ac:spMkLst>
            <pc:docMk/>
            <pc:sldMk cId="340494126" sldId="257"/>
            <ac:spMk id="39" creationId="{AD567DE6-2AC0-41D6-1261-07A7E12CCF18}"/>
          </ac:spMkLst>
        </pc:spChg>
        <pc:spChg chg="add mod">
          <ac:chgData name="Hou, Bowen" userId="cbd36780-c17d-4782-a6cd-6dd8a1dcdc2c" providerId="ADAL" clId="{C9303CD7-D17E-4514-AC6E-4EFA4FDCDEDB}" dt="2025-02-25T14:30:42.287" v="462" actId="164"/>
          <ac:spMkLst>
            <pc:docMk/>
            <pc:sldMk cId="340494126" sldId="257"/>
            <ac:spMk id="41" creationId="{34136A75-10B9-2D63-9E10-682C6ADF7910}"/>
          </ac:spMkLst>
        </pc:spChg>
        <pc:spChg chg="add mod ord">
          <ac:chgData name="Hou, Bowen" userId="cbd36780-c17d-4782-a6cd-6dd8a1dcdc2c" providerId="ADAL" clId="{C9303CD7-D17E-4514-AC6E-4EFA4FDCDEDB}" dt="2025-02-25T14:30:42.287" v="462" actId="164"/>
          <ac:spMkLst>
            <pc:docMk/>
            <pc:sldMk cId="340494126" sldId="257"/>
            <ac:spMk id="42" creationId="{EF7600EC-E346-11C8-08D3-F5F451BCC19D}"/>
          </ac:spMkLst>
        </pc:spChg>
        <pc:spChg chg="add mod">
          <ac:chgData name="Hou, Bowen" userId="cbd36780-c17d-4782-a6cd-6dd8a1dcdc2c" providerId="ADAL" clId="{C9303CD7-D17E-4514-AC6E-4EFA4FDCDEDB}" dt="2025-02-25T14:27:07.447" v="412" actId="1076"/>
          <ac:spMkLst>
            <pc:docMk/>
            <pc:sldMk cId="340494126" sldId="257"/>
            <ac:spMk id="43" creationId="{1360BA30-5BF2-11B9-39AE-576E3A2EA90A}"/>
          </ac:spMkLst>
        </pc:spChg>
        <pc:spChg chg="add mod">
          <ac:chgData name="Hou, Bowen" userId="cbd36780-c17d-4782-a6cd-6dd8a1dcdc2c" providerId="ADAL" clId="{C9303CD7-D17E-4514-AC6E-4EFA4FDCDEDB}" dt="2025-02-25T14:27:11.162" v="413" actId="14100"/>
          <ac:spMkLst>
            <pc:docMk/>
            <pc:sldMk cId="340494126" sldId="257"/>
            <ac:spMk id="46" creationId="{5CD321E6-6270-0EE4-F772-5FF9EDA84ABF}"/>
          </ac:spMkLst>
        </pc:spChg>
        <pc:spChg chg="add del mod">
          <ac:chgData name="Hou, Bowen" userId="cbd36780-c17d-4782-a6cd-6dd8a1dcdc2c" providerId="ADAL" clId="{C9303CD7-D17E-4514-AC6E-4EFA4FDCDEDB}" dt="2025-02-25T14:25:25.932" v="392" actId="478"/>
          <ac:spMkLst>
            <pc:docMk/>
            <pc:sldMk cId="340494126" sldId="257"/>
            <ac:spMk id="48" creationId="{87046EFF-E753-F509-3AB9-4D2081BB058F}"/>
          </ac:spMkLst>
        </pc:spChg>
        <pc:spChg chg="add mod">
          <ac:chgData name="Hou, Bowen" userId="cbd36780-c17d-4782-a6cd-6dd8a1dcdc2c" providerId="ADAL" clId="{C9303CD7-D17E-4514-AC6E-4EFA4FDCDEDB}" dt="2025-02-25T14:27:36.631" v="428" actId="1076"/>
          <ac:spMkLst>
            <pc:docMk/>
            <pc:sldMk cId="340494126" sldId="257"/>
            <ac:spMk id="49" creationId="{61752C14-1C2A-4D71-9066-1B79C9CA6254}"/>
          </ac:spMkLst>
        </pc:spChg>
        <pc:spChg chg="mod">
          <ac:chgData name="Hou, Bowen" userId="cbd36780-c17d-4782-a6cd-6dd8a1dcdc2c" providerId="ADAL" clId="{C9303CD7-D17E-4514-AC6E-4EFA4FDCDEDB}" dt="2025-02-25T14:32:23.019" v="504" actId="1076"/>
          <ac:spMkLst>
            <pc:docMk/>
            <pc:sldMk cId="340494126" sldId="257"/>
            <ac:spMk id="50" creationId="{4BFBA64F-F329-5817-B467-17BBDADE0462}"/>
          </ac:spMkLst>
        </pc:spChg>
        <pc:spChg chg="mod">
          <ac:chgData name="Hou, Bowen" userId="cbd36780-c17d-4782-a6cd-6dd8a1dcdc2c" providerId="ADAL" clId="{C9303CD7-D17E-4514-AC6E-4EFA4FDCDEDB}" dt="2025-02-25T14:19:23.074" v="316" actId="208"/>
          <ac:spMkLst>
            <pc:docMk/>
            <pc:sldMk cId="340494126" sldId="257"/>
            <ac:spMk id="54" creationId="{AAB3119B-6114-4DA7-F55A-931D17F014F1}"/>
          </ac:spMkLst>
        </pc:spChg>
        <pc:spChg chg="mod">
          <ac:chgData name="Hou, Bowen" userId="cbd36780-c17d-4782-a6cd-6dd8a1dcdc2c" providerId="ADAL" clId="{C9303CD7-D17E-4514-AC6E-4EFA4FDCDEDB}" dt="2025-02-25T14:01:15.747" v="58" actId="1076"/>
          <ac:spMkLst>
            <pc:docMk/>
            <pc:sldMk cId="340494126" sldId="257"/>
            <ac:spMk id="55" creationId="{98A5F899-C69E-82FF-B84D-98A10D8FF88C}"/>
          </ac:spMkLst>
        </pc:spChg>
        <pc:spChg chg="mod">
          <ac:chgData name="Hou, Bowen" userId="cbd36780-c17d-4782-a6cd-6dd8a1dcdc2c" providerId="ADAL" clId="{C9303CD7-D17E-4514-AC6E-4EFA4FDCDEDB}" dt="2025-02-25T14:01:20.889" v="60" actId="1076"/>
          <ac:spMkLst>
            <pc:docMk/>
            <pc:sldMk cId="340494126" sldId="257"/>
            <ac:spMk id="56" creationId="{E8021E42-ECC1-F546-6898-CBA1AA1BE632}"/>
          </ac:spMkLst>
        </pc:spChg>
        <pc:spChg chg="add mod ord">
          <ac:chgData name="Hou, Bowen" userId="cbd36780-c17d-4782-a6cd-6dd8a1dcdc2c" providerId="ADAL" clId="{C9303CD7-D17E-4514-AC6E-4EFA4FDCDEDB}" dt="2025-02-25T14:30:52.711" v="466" actId="1037"/>
          <ac:spMkLst>
            <pc:docMk/>
            <pc:sldMk cId="340494126" sldId="257"/>
            <ac:spMk id="59" creationId="{388D7526-E1FF-78E7-A51B-15CACFBB77E9}"/>
          </ac:spMkLst>
        </pc:spChg>
        <pc:spChg chg="mod topLvl">
          <ac:chgData name="Hou, Bowen" userId="cbd36780-c17d-4782-a6cd-6dd8a1dcdc2c" providerId="ADAL" clId="{C9303CD7-D17E-4514-AC6E-4EFA4FDCDEDB}" dt="2025-02-25T14:18:55.051" v="313" actId="164"/>
          <ac:spMkLst>
            <pc:docMk/>
            <pc:sldMk cId="340494126" sldId="257"/>
            <ac:spMk id="65" creationId="{2986504B-AD74-EC6B-02AD-62F09B15FF82}"/>
          </ac:spMkLst>
        </pc:spChg>
        <pc:spChg chg="mod">
          <ac:chgData name="Hou, Bowen" userId="cbd36780-c17d-4782-a6cd-6dd8a1dcdc2c" providerId="ADAL" clId="{C9303CD7-D17E-4514-AC6E-4EFA4FDCDEDB}" dt="2025-02-25T14:18:15.976" v="298" actId="165"/>
          <ac:spMkLst>
            <pc:docMk/>
            <pc:sldMk cId="340494126" sldId="257"/>
            <ac:spMk id="66" creationId="{DB3B169F-64F8-D63C-5539-C6395A7C1652}"/>
          </ac:spMkLst>
        </pc:spChg>
        <pc:spChg chg="mod">
          <ac:chgData name="Hou, Bowen" userId="cbd36780-c17d-4782-a6cd-6dd8a1dcdc2c" providerId="ADAL" clId="{C9303CD7-D17E-4514-AC6E-4EFA4FDCDEDB}" dt="2025-02-25T14:31:57.401" v="491" actId="1076"/>
          <ac:spMkLst>
            <pc:docMk/>
            <pc:sldMk cId="340494126" sldId="257"/>
            <ac:spMk id="67" creationId="{70D56C83-AA50-73C5-A0E5-8C07E754470B}"/>
          </ac:spMkLst>
        </pc:spChg>
        <pc:spChg chg="mod topLvl">
          <ac:chgData name="Hou, Bowen" userId="cbd36780-c17d-4782-a6cd-6dd8a1dcdc2c" providerId="ADAL" clId="{C9303CD7-D17E-4514-AC6E-4EFA4FDCDEDB}" dt="2025-02-25T14:18:55.051" v="313" actId="164"/>
          <ac:spMkLst>
            <pc:docMk/>
            <pc:sldMk cId="340494126" sldId="257"/>
            <ac:spMk id="108" creationId="{5102CDA6-A848-594C-CE0B-D6E2013BCBD8}"/>
          </ac:spMkLst>
        </pc:spChg>
        <pc:spChg chg="mod">
          <ac:chgData name="Hou, Bowen" userId="cbd36780-c17d-4782-a6cd-6dd8a1dcdc2c" providerId="ADAL" clId="{C9303CD7-D17E-4514-AC6E-4EFA4FDCDEDB}" dt="2025-02-25T14:18:15.976" v="298" actId="165"/>
          <ac:spMkLst>
            <pc:docMk/>
            <pc:sldMk cId="340494126" sldId="257"/>
            <ac:spMk id="111" creationId="{6BDC7BC4-BAB7-974B-A858-90D4BD740F91}"/>
          </ac:spMkLst>
        </pc:spChg>
        <pc:spChg chg="mod topLvl">
          <ac:chgData name="Hou, Bowen" userId="cbd36780-c17d-4782-a6cd-6dd8a1dcdc2c" providerId="ADAL" clId="{C9303CD7-D17E-4514-AC6E-4EFA4FDCDEDB}" dt="2025-02-25T14:18:55.051" v="313" actId="164"/>
          <ac:spMkLst>
            <pc:docMk/>
            <pc:sldMk cId="340494126" sldId="257"/>
            <ac:spMk id="151" creationId="{FFC1A445-029E-5F62-C5F8-E45C18449E50}"/>
          </ac:spMkLst>
        </pc:spChg>
        <pc:spChg chg="mod topLvl">
          <ac:chgData name="Hou, Bowen" userId="cbd36780-c17d-4782-a6cd-6dd8a1dcdc2c" providerId="ADAL" clId="{C9303CD7-D17E-4514-AC6E-4EFA4FDCDEDB}" dt="2025-02-25T14:18:55.051" v="313" actId="164"/>
          <ac:spMkLst>
            <pc:docMk/>
            <pc:sldMk cId="340494126" sldId="257"/>
            <ac:spMk id="152" creationId="{DD40C029-B441-815B-E91C-2340ED65F69B}"/>
          </ac:spMkLst>
        </pc:spChg>
        <pc:spChg chg="mod topLvl">
          <ac:chgData name="Hou, Bowen" userId="cbd36780-c17d-4782-a6cd-6dd8a1dcdc2c" providerId="ADAL" clId="{C9303CD7-D17E-4514-AC6E-4EFA4FDCDEDB}" dt="2025-02-25T14:18:55.051" v="313" actId="164"/>
          <ac:spMkLst>
            <pc:docMk/>
            <pc:sldMk cId="340494126" sldId="257"/>
            <ac:spMk id="153" creationId="{730D4C31-B542-BF35-E919-FD783D200754}"/>
          </ac:spMkLst>
        </pc:spChg>
        <pc:spChg chg="mod">
          <ac:chgData name="Hou, Bowen" userId="cbd36780-c17d-4782-a6cd-6dd8a1dcdc2c" providerId="ADAL" clId="{C9303CD7-D17E-4514-AC6E-4EFA4FDCDEDB}" dt="2025-02-25T13:58:34.126" v="32" actId="1076"/>
          <ac:spMkLst>
            <pc:docMk/>
            <pc:sldMk cId="340494126" sldId="257"/>
            <ac:spMk id="163" creationId="{281E9742-9BC6-333B-BFB9-F6A70ADCD8E5}"/>
          </ac:spMkLst>
        </pc:spChg>
        <pc:spChg chg="mod topLvl">
          <ac:chgData name="Hou, Bowen" userId="cbd36780-c17d-4782-a6cd-6dd8a1dcdc2c" providerId="ADAL" clId="{C9303CD7-D17E-4514-AC6E-4EFA4FDCDEDB}" dt="2025-02-25T14:17:05.030" v="280" actId="164"/>
          <ac:spMkLst>
            <pc:docMk/>
            <pc:sldMk cId="340494126" sldId="257"/>
            <ac:spMk id="199" creationId="{686A825C-C996-B499-08A9-F457E6BF3558}"/>
          </ac:spMkLst>
        </pc:spChg>
        <pc:spChg chg="mod topLvl">
          <ac:chgData name="Hou, Bowen" userId="cbd36780-c17d-4782-a6cd-6dd8a1dcdc2c" providerId="ADAL" clId="{C9303CD7-D17E-4514-AC6E-4EFA4FDCDEDB}" dt="2025-02-25T14:17:05.030" v="280" actId="164"/>
          <ac:spMkLst>
            <pc:docMk/>
            <pc:sldMk cId="340494126" sldId="257"/>
            <ac:spMk id="200" creationId="{DDA9A6CA-080B-992F-571A-D24E86235C88}"/>
          </ac:spMkLst>
        </pc:spChg>
        <pc:spChg chg="mod topLvl">
          <ac:chgData name="Hou, Bowen" userId="cbd36780-c17d-4782-a6cd-6dd8a1dcdc2c" providerId="ADAL" clId="{C9303CD7-D17E-4514-AC6E-4EFA4FDCDEDB}" dt="2025-02-25T14:17:05.030" v="280" actId="164"/>
          <ac:spMkLst>
            <pc:docMk/>
            <pc:sldMk cId="340494126" sldId="257"/>
            <ac:spMk id="207" creationId="{B960276B-FAB9-3501-2064-FB6B5DB0FB4B}"/>
          </ac:spMkLst>
        </pc:spChg>
        <pc:spChg chg="mod topLvl">
          <ac:chgData name="Hou, Bowen" userId="cbd36780-c17d-4782-a6cd-6dd8a1dcdc2c" providerId="ADAL" clId="{C9303CD7-D17E-4514-AC6E-4EFA4FDCDEDB}" dt="2025-02-25T14:17:05.030" v="280" actId="164"/>
          <ac:spMkLst>
            <pc:docMk/>
            <pc:sldMk cId="340494126" sldId="257"/>
            <ac:spMk id="208" creationId="{D11952AC-A4B7-46AB-390E-CD71C7B31B03}"/>
          </ac:spMkLst>
        </pc:spChg>
        <pc:spChg chg="mod">
          <ac:chgData name="Hou, Bowen" userId="cbd36780-c17d-4782-a6cd-6dd8a1dcdc2c" providerId="ADAL" clId="{C9303CD7-D17E-4514-AC6E-4EFA4FDCDEDB}" dt="2025-02-25T14:11:30.752" v="224" actId="165"/>
          <ac:spMkLst>
            <pc:docMk/>
            <pc:sldMk cId="340494126" sldId="257"/>
            <ac:spMk id="215" creationId="{94F7A00E-2D30-0A79-24F8-00EE9701F36F}"/>
          </ac:spMkLst>
        </pc:spChg>
        <pc:spChg chg="mod">
          <ac:chgData name="Hou, Bowen" userId="cbd36780-c17d-4782-a6cd-6dd8a1dcdc2c" providerId="ADAL" clId="{C9303CD7-D17E-4514-AC6E-4EFA4FDCDEDB}" dt="2025-02-25T14:11:30.752" v="224" actId="165"/>
          <ac:spMkLst>
            <pc:docMk/>
            <pc:sldMk cId="340494126" sldId="257"/>
            <ac:spMk id="227" creationId="{8726E3A4-BFCC-D6D0-19B0-3CC4892B0846}"/>
          </ac:spMkLst>
        </pc:spChg>
        <pc:spChg chg="mod topLvl">
          <ac:chgData name="Hou, Bowen" userId="cbd36780-c17d-4782-a6cd-6dd8a1dcdc2c" providerId="ADAL" clId="{C9303CD7-D17E-4514-AC6E-4EFA4FDCDEDB}" dt="2025-02-25T14:17:05.030" v="280" actId="164"/>
          <ac:spMkLst>
            <pc:docMk/>
            <pc:sldMk cId="340494126" sldId="257"/>
            <ac:spMk id="254" creationId="{B1AD85E8-F85E-21E1-FA50-09C4BACD9ED7}"/>
          </ac:spMkLst>
        </pc:spChg>
        <pc:spChg chg="mod topLvl">
          <ac:chgData name="Hou, Bowen" userId="cbd36780-c17d-4782-a6cd-6dd8a1dcdc2c" providerId="ADAL" clId="{C9303CD7-D17E-4514-AC6E-4EFA4FDCDEDB}" dt="2025-02-25T14:17:05.030" v="280" actId="164"/>
          <ac:spMkLst>
            <pc:docMk/>
            <pc:sldMk cId="340494126" sldId="257"/>
            <ac:spMk id="272" creationId="{CB0280F8-C299-4FEB-ED68-213460B5E6CB}"/>
          </ac:spMkLst>
        </pc:spChg>
        <pc:spChg chg="mod topLvl">
          <ac:chgData name="Hou, Bowen" userId="cbd36780-c17d-4782-a6cd-6dd8a1dcdc2c" providerId="ADAL" clId="{C9303CD7-D17E-4514-AC6E-4EFA4FDCDEDB}" dt="2025-02-25T14:18:55.051" v="313" actId="164"/>
          <ac:spMkLst>
            <pc:docMk/>
            <pc:sldMk cId="340494126" sldId="257"/>
            <ac:spMk id="273" creationId="{1F856EA6-5AB9-BBF1-97F6-BA4FA19F7620}"/>
          </ac:spMkLst>
        </pc:spChg>
        <pc:spChg chg="mod">
          <ac:chgData name="Hou, Bowen" userId="cbd36780-c17d-4782-a6cd-6dd8a1dcdc2c" providerId="ADAL" clId="{C9303CD7-D17E-4514-AC6E-4EFA4FDCDEDB}" dt="2025-02-25T14:18:55.051" v="313" actId="164"/>
          <ac:spMkLst>
            <pc:docMk/>
            <pc:sldMk cId="340494126" sldId="257"/>
            <ac:spMk id="305" creationId="{E6670C5E-C662-6BD7-9E2A-AF78B6C39100}"/>
          </ac:spMkLst>
        </pc:spChg>
        <pc:spChg chg="mod topLvl">
          <ac:chgData name="Hou, Bowen" userId="cbd36780-c17d-4782-a6cd-6dd8a1dcdc2c" providerId="ADAL" clId="{C9303CD7-D17E-4514-AC6E-4EFA4FDCDEDB}" dt="2025-02-25T14:17:05.030" v="280" actId="164"/>
          <ac:spMkLst>
            <pc:docMk/>
            <pc:sldMk cId="340494126" sldId="257"/>
            <ac:spMk id="306" creationId="{C5ADBB9E-DE78-E072-1E71-726C7DC6E23F}"/>
          </ac:spMkLst>
        </pc:spChg>
        <pc:spChg chg="mod">
          <ac:chgData name="Hou, Bowen" userId="cbd36780-c17d-4782-a6cd-6dd8a1dcdc2c" providerId="ADAL" clId="{C9303CD7-D17E-4514-AC6E-4EFA4FDCDEDB}" dt="2025-02-25T14:17:02.023" v="278" actId="1076"/>
          <ac:spMkLst>
            <pc:docMk/>
            <pc:sldMk cId="340494126" sldId="257"/>
            <ac:spMk id="307" creationId="{A3A13788-2085-9C29-8380-422A22CF4151}"/>
          </ac:spMkLst>
        </pc:spChg>
        <pc:spChg chg="mod topLvl">
          <ac:chgData name="Hou, Bowen" userId="cbd36780-c17d-4782-a6cd-6dd8a1dcdc2c" providerId="ADAL" clId="{C9303CD7-D17E-4514-AC6E-4EFA4FDCDEDB}" dt="2025-02-25T14:17:05.030" v="280" actId="164"/>
          <ac:spMkLst>
            <pc:docMk/>
            <pc:sldMk cId="340494126" sldId="257"/>
            <ac:spMk id="308" creationId="{4A9CCC1C-E844-9E52-5C10-825EEB69372F}"/>
          </ac:spMkLst>
        </pc:spChg>
        <pc:spChg chg="mod">
          <ac:chgData name="Hou, Bowen" userId="cbd36780-c17d-4782-a6cd-6dd8a1dcdc2c" providerId="ADAL" clId="{C9303CD7-D17E-4514-AC6E-4EFA4FDCDEDB}" dt="2025-02-25T14:14:05.095" v="235" actId="207"/>
          <ac:spMkLst>
            <pc:docMk/>
            <pc:sldMk cId="340494126" sldId="257"/>
            <ac:spMk id="373" creationId="{83D0137F-2E20-897F-483D-CFEEE8A9269D}"/>
          </ac:spMkLst>
        </pc:spChg>
        <pc:spChg chg="mod">
          <ac:chgData name="Hou, Bowen" userId="cbd36780-c17d-4782-a6cd-6dd8a1dcdc2c" providerId="ADAL" clId="{C9303CD7-D17E-4514-AC6E-4EFA4FDCDEDB}" dt="2025-02-25T14:14:07.545" v="238" actId="207"/>
          <ac:spMkLst>
            <pc:docMk/>
            <pc:sldMk cId="340494126" sldId="257"/>
            <ac:spMk id="378" creationId="{7FA910A7-B3E0-7AFA-F5AF-26F0742EA1EE}"/>
          </ac:spMkLst>
        </pc:spChg>
        <pc:spChg chg="mod">
          <ac:chgData name="Hou, Bowen" userId="cbd36780-c17d-4782-a6cd-6dd8a1dcdc2c" providerId="ADAL" clId="{C9303CD7-D17E-4514-AC6E-4EFA4FDCDEDB}" dt="2025-02-25T14:32:36.684" v="513" actId="1037"/>
          <ac:spMkLst>
            <pc:docMk/>
            <pc:sldMk cId="340494126" sldId="257"/>
            <ac:spMk id="391" creationId="{08CBBD54-F122-B9EE-2F64-72965E2F6F8C}"/>
          </ac:spMkLst>
        </pc:spChg>
        <pc:spChg chg="del mod">
          <ac:chgData name="Hou, Bowen" userId="cbd36780-c17d-4782-a6cd-6dd8a1dcdc2c" providerId="ADAL" clId="{C9303CD7-D17E-4514-AC6E-4EFA4FDCDEDB}" dt="2025-02-25T14:30:47.917" v="465" actId="478"/>
          <ac:spMkLst>
            <pc:docMk/>
            <pc:sldMk cId="340494126" sldId="257"/>
            <ac:spMk id="416" creationId="{2A1A8879-D3E2-8747-3B60-DECBA6FE064F}"/>
          </ac:spMkLst>
        </pc:spChg>
        <pc:spChg chg="mod">
          <ac:chgData name="Hou, Bowen" userId="cbd36780-c17d-4782-a6cd-6dd8a1dcdc2c" providerId="ADAL" clId="{C9303CD7-D17E-4514-AC6E-4EFA4FDCDEDB}" dt="2025-02-25T14:18:55.051" v="313" actId="164"/>
          <ac:spMkLst>
            <pc:docMk/>
            <pc:sldMk cId="340494126" sldId="257"/>
            <ac:spMk id="420" creationId="{D38348DE-AD36-F976-5C3F-00875EFC3106}"/>
          </ac:spMkLst>
        </pc:spChg>
        <pc:spChg chg="mod">
          <ac:chgData name="Hou, Bowen" userId="cbd36780-c17d-4782-a6cd-6dd8a1dcdc2c" providerId="ADAL" clId="{C9303CD7-D17E-4514-AC6E-4EFA4FDCDEDB}" dt="2025-02-25T14:17:05.030" v="280" actId="164"/>
          <ac:spMkLst>
            <pc:docMk/>
            <pc:sldMk cId="340494126" sldId="257"/>
            <ac:spMk id="421" creationId="{6649FCD7-9A6D-1A9F-574D-0C24586DCA3E}"/>
          </ac:spMkLst>
        </pc:spChg>
        <pc:spChg chg="mod">
          <ac:chgData name="Hou, Bowen" userId="cbd36780-c17d-4782-a6cd-6dd8a1dcdc2c" providerId="ADAL" clId="{C9303CD7-D17E-4514-AC6E-4EFA4FDCDEDB}" dt="2025-02-25T13:56:56.801" v="6" actId="206"/>
          <ac:spMkLst>
            <pc:docMk/>
            <pc:sldMk cId="340494126" sldId="257"/>
            <ac:spMk id="425" creationId="{16EFD1A5-2AEC-2126-983D-34C37283F62B}"/>
          </ac:spMkLst>
        </pc:spChg>
        <pc:spChg chg="mod">
          <ac:chgData name="Hou, Bowen" userId="cbd36780-c17d-4782-a6cd-6dd8a1dcdc2c" providerId="ADAL" clId="{C9303CD7-D17E-4514-AC6E-4EFA4FDCDEDB}" dt="2025-02-25T14:01:17.343" v="59" actId="1076"/>
          <ac:spMkLst>
            <pc:docMk/>
            <pc:sldMk cId="340494126" sldId="257"/>
            <ac:spMk id="426" creationId="{79EEF144-9D2C-6C5C-8690-00EE019808BE}"/>
          </ac:spMkLst>
        </pc:spChg>
        <pc:spChg chg="mod">
          <ac:chgData name="Hou, Bowen" userId="cbd36780-c17d-4782-a6cd-6dd8a1dcdc2c" providerId="ADAL" clId="{C9303CD7-D17E-4514-AC6E-4EFA4FDCDEDB}" dt="2025-02-25T14:31:24.221" v="470" actId="1076"/>
          <ac:spMkLst>
            <pc:docMk/>
            <pc:sldMk cId="340494126" sldId="257"/>
            <ac:spMk id="435" creationId="{F59A087D-1525-981C-673B-41C26FD7E372}"/>
          </ac:spMkLst>
        </pc:spChg>
        <pc:spChg chg="mod">
          <ac:chgData name="Hou, Bowen" userId="cbd36780-c17d-4782-a6cd-6dd8a1dcdc2c" providerId="ADAL" clId="{C9303CD7-D17E-4514-AC6E-4EFA4FDCDEDB}" dt="2025-02-25T14:31:27.911" v="471" actId="14100"/>
          <ac:spMkLst>
            <pc:docMk/>
            <pc:sldMk cId="340494126" sldId="257"/>
            <ac:spMk id="436" creationId="{A83E77D8-F870-9291-158A-81739CC578B2}"/>
          </ac:spMkLst>
        </pc:spChg>
        <pc:spChg chg="mod">
          <ac:chgData name="Hou, Bowen" userId="cbd36780-c17d-4782-a6cd-6dd8a1dcdc2c" providerId="ADAL" clId="{C9303CD7-D17E-4514-AC6E-4EFA4FDCDEDB}" dt="2025-02-25T14:31:31.270" v="472" actId="1076"/>
          <ac:spMkLst>
            <pc:docMk/>
            <pc:sldMk cId="340494126" sldId="257"/>
            <ac:spMk id="437" creationId="{C3369F67-7F4A-AC1B-4DE3-1753B8DB659C}"/>
          </ac:spMkLst>
        </pc:spChg>
        <pc:spChg chg="add mod">
          <ac:chgData name="Hou, Bowen" userId="cbd36780-c17d-4782-a6cd-6dd8a1dcdc2c" providerId="ADAL" clId="{C9303CD7-D17E-4514-AC6E-4EFA4FDCDEDB}" dt="2025-02-25T14:32:28.248" v="506" actId="1038"/>
          <ac:spMkLst>
            <pc:docMk/>
            <pc:sldMk cId="340494126" sldId="257"/>
            <ac:spMk id="450" creationId="{CB5A6863-3ACC-12BD-503A-22A9BD48C1A3}"/>
          </ac:spMkLst>
        </pc:spChg>
        <pc:spChg chg="mod">
          <ac:chgData name="Hou, Bowen" userId="cbd36780-c17d-4782-a6cd-6dd8a1dcdc2c" providerId="ADAL" clId="{C9303CD7-D17E-4514-AC6E-4EFA4FDCDEDB}" dt="2025-02-25T14:31:33.744" v="473" actId="1076"/>
          <ac:spMkLst>
            <pc:docMk/>
            <pc:sldMk cId="340494126" sldId="257"/>
            <ac:spMk id="456" creationId="{B1C26E44-2E78-4C00-89CB-104C0CBB29B4}"/>
          </ac:spMkLst>
        </pc:spChg>
        <pc:spChg chg="mod">
          <ac:chgData name="Hou, Bowen" userId="cbd36780-c17d-4782-a6cd-6dd8a1dcdc2c" providerId="ADAL" clId="{C9303CD7-D17E-4514-AC6E-4EFA4FDCDEDB}" dt="2025-02-25T14:02:02.901" v="68" actId="1076"/>
          <ac:spMkLst>
            <pc:docMk/>
            <pc:sldMk cId="340494126" sldId="257"/>
            <ac:spMk id="462" creationId="{67401212-206A-43E1-21EA-D0D9B73DB353}"/>
          </ac:spMkLst>
        </pc:spChg>
        <pc:spChg chg="mod">
          <ac:chgData name="Hou, Bowen" userId="cbd36780-c17d-4782-a6cd-6dd8a1dcdc2c" providerId="ADAL" clId="{C9303CD7-D17E-4514-AC6E-4EFA4FDCDEDB}" dt="2025-02-25T14:02:14.813" v="72" actId="1076"/>
          <ac:spMkLst>
            <pc:docMk/>
            <pc:sldMk cId="340494126" sldId="257"/>
            <ac:spMk id="470" creationId="{1B50F32C-A2A9-EC60-09D7-8D9918C9B028}"/>
          </ac:spMkLst>
        </pc:spChg>
        <pc:spChg chg="del mod">
          <ac:chgData name="Hou, Bowen" userId="cbd36780-c17d-4782-a6cd-6dd8a1dcdc2c" providerId="ADAL" clId="{C9303CD7-D17E-4514-AC6E-4EFA4FDCDEDB}" dt="2025-02-25T14:21:05.705" v="330" actId="478"/>
          <ac:spMkLst>
            <pc:docMk/>
            <pc:sldMk cId="340494126" sldId="257"/>
            <ac:spMk id="485" creationId="{BC2F83A9-5141-BF26-65D0-92315BB8C368}"/>
          </ac:spMkLst>
        </pc:spChg>
        <pc:spChg chg="mod">
          <ac:chgData name="Hou, Bowen" userId="cbd36780-c17d-4782-a6cd-6dd8a1dcdc2c" providerId="ADAL" clId="{C9303CD7-D17E-4514-AC6E-4EFA4FDCDEDB}" dt="2025-02-25T14:29:31.847" v="438" actId="207"/>
          <ac:spMkLst>
            <pc:docMk/>
            <pc:sldMk cId="340494126" sldId="257"/>
            <ac:spMk id="487" creationId="{443B0D9D-97C1-6E09-7CBC-0AF8D7CB9F27}"/>
          </ac:spMkLst>
        </pc:spChg>
        <pc:spChg chg="mod">
          <ac:chgData name="Hou, Bowen" userId="cbd36780-c17d-4782-a6cd-6dd8a1dcdc2c" providerId="ADAL" clId="{C9303CD7-D17E-4514-AC6E-4EFA4FDCDEDB}" dt="2025-02-25T14:09:20.896" v="167" actId="1076"/>
          <ac:spMkLst>
            <pc:docMk/>
            <pc:sldMk cId="340494126" sldId="257"/>
            <ac:spMk id="488" creationId="{9A3A0655-5B26-5C57-6273-41B415B6E1D7}"/>
          </ac:spMkLst>
        </pc:spChg>
        <pc:spChg chg="mod">
          <ac:chgData name="Hou, Bowen" userId="cbd36780-c17d-4782-a6cd-6dd8a1dcdc2c" providerId="ADAL" clId="{C9303CD7-D17E-4514-AC6E-4EFA4FDCDEDB}" dt="2025-02-25T14:09:20.896" v="167" actId="1076"/>
          <ac:spMkLst>
            <pc:docMk/>
            <pc:sldMk cId="340494126" sldId="257"/>
            <ac:spMk id="489" creationId="{298B08D8-F17D-AF12-E7AA-380198B08A89}"/>
          </ac:spMkLst>
        </pc:spChg>
        <pc:spChg chg="mod">
          <ac:chgData name="Hou, Bowen" userId="cbd36780-c17d-4782-a6cd-6dd8a1dcdc2c" providerId="ADAL" clId="{C9303CD7-D17E-4514-AC6E-4EFA4FDCDEDB}" dt="2025-02-25T14:09:03.553" v="163" actId="1076"/>
          <ac:spMkLst>
            <pc:docMk/>
            <pc:sldMk cId="340494126" sldId="257"/>
            <ac:spMk id="490" creationId="{D342A171-BF50-0ADB-482E-39DFE59D41CE}"/>
          </ac:spMkLst>
        </pc:spChg>
        <pc:spChg chg="mod">
          <ac:chgData name="Hou, Bowen" userId="cbd36780-c17d-4782-a6cd-6dd8a1dcdc2c" providerId="ADAL" clId="{C9303CD7-D17E-4514-AC6E-4EFA4FDCDEDB}" dt="2025-02-25T14:21:32.863" v="339" actId="1038"/>
          <ac:spMkLst>
            <pc:docMk/>
            <pc:sldMk cId="340494126" sldId="257"/>
            <ac:spMk id="491" creationId="{DF1C7B09-2C86-954A-401F-348C62F7AD5E}"/>
          </ac:spMkLst>
        </pc:spChg>
        <pc:spChg chg="mod">
          <ac:chgData name="Hou, Bowen" userId="cbd36780-c17d-4782-a6cd-6dd8a1dcdc2c" providerId="ADAL" clId="{C9303CD7-D17E-4514-AC6E-4EFA4FDCDEDB}" dt="2025-02-25T13:58:25.697" v="28" actId="1076"/>
          <ac:spMkLst>
            <pc:docMk/>
            <pc:sldMk cId="340494126" sldId="257"/>
            <ac:spMk id="498" creationId="{802D14E4-9547-DD72-4F69-F2AADB3B94D6}"/>
          </ac:spMkLst>
        </pc:spChg>
        <pc:spChg chg="mod">
          <ac:chgData name="Hou, Bowen" userId="cbd36780-c17d-4782-a6cd-6dd8a1dcdc2c" providerId="ADAL" clId="{C9303CD7-D17E-4514-AC6E-4EFA4FDCDEDB}" dt="2025-02-25T14:08:56.576" v="162" actId="1076"/>
          <ac:spMkLst>
            <pc:docMk/>
            <pc:sldMk cId="340494126" sldId="257"/>
            <ac:spMk id="500" creationId="{7B00E5E2-59CA-AD44-63EB-0EF93E21A268}"/>
          </ac:spMkLst>
        </pc:spChg>
        <pc:spChg chg="mod">
          <ac:chgData name="Hou, Bowen" userId="cbd36780-c17d-4782-a6cd-6dd8a1dcdc2c" providerId="ADAL" clId="{C9303CD7-D17E-4514-AC6E-4EFA4FDCDEDB}" dt="2025-02-25T14:08:56.576" v="162" actId="1076"/>
          <ac:spMkLst>
            <pc:docMk/>
            <pc:sldMk cId="340494126" sldId="257"/>
            <ac:spMk id="502" creationId="{D47CD653-6E7C-3623-C375-B31A5CD2D658}"/>
          </ac:spMkLst>
        </pc:spChg>
        <pc:grpChg chg="add mod ord">
          <ac:chgData name="Hou, Bowen" userId="cbd36780-c17d-4782-a6cd-6dd8a1dcdc2c" providerId="ADAL" clId="{C9303CD7-D17E-4514-AC6E-4EFA4FDCDEDB}" dt="2025-02-25T14:28:54.831" v="434" actId="167"/>
          <ac:grpSpMkLst>
            <pc:docMk/>
            <pc:sldMk cId="340494126" sldId="257"/>
            <ac:grpSpMk id="22" creationId="{8F605EA6-037B-ACD1-FFBE-61F1C0658418}"/>
          </ac:grpSpMkLst>
        </pc:grpChg>
        <pc:grpChg chg="add mod ord">
          <ac:chgData name="Hou, Bowen" userId="cbd36780-c17d-4782-a6cd-6dd8a1dcdc2c" providerId="ADAL" clId="{C9303CD7-D17E-4514-AC6E-4EFA4FDCDEDB}" dt="2025-02-25T14:16:41.049" v="273" actId="14100"/>
          <ac:grpSpMkLst>
            <pc:docMk/>
            <pc:sldMk cId="340494126" sldId="257"/>
            <ac:grpSpMk id="30" creationId="{F8974CDE-A1B4-7342-2987-DF4FE2F5FA55}"/>
          </ac:grpSpMkLst>
        </pc:grpChg>
        <pc:grpChg chg="mod">
          <ac:chgData name="Hou, Bowen" userId="cbd36780-c17d-4782-a6cd-6dd8a1dcdc2c" providerId="ADAL" clId="{C9303CD7-D17E-4514-AC6E-4EFA4FDCDEDB}" dt="2025-02-25T14:17:06.987" v="282" actId="1076"/>
          <ac:grpSpMkLst>
            <pc:docMk/>
            <pc:sldMk cId="340494126" sldId="257"/>
            <ac:grpSpMk id="34" creationId="{2AFA753D-1FC6-DE13-E4B0-858D1870AE05}"/>
          </ac:grpSpMkLst>
        </pc:grpChg>
        <pc:grpChg chg="add mod ord">
          <ac:chgData name="Hou, Bowen" userId="cbd36780-c17d-4782-a6cd-6dd8a1dcdc2c" providerId="ADAL" clId="{C9303CD7-D17E-4514-AC6E-4EFA4FDCDEDB}" dt="2025-02-25T14:18:42.759" v="309" actId="1038"/>
          <ac:grpSpMkLst>
            <pc:docMk/>
            <pc:sldMk cId="340494126" sldId="257"/>
            <ac:grpSpMk id="38" creationId="{9131E101-17B5-25EC-E757-3437C0DABF10}"/>
          </ac:grpSpMkLst>
        </pc:grpChg>
        <pc:grpChg chg="mod">
          <ac:chgData name="Hou, Bowen" userId="cbd36780-c17d-4782-a6cd-6dd8a1dcdc2c" providerId="ADAL" clId="{C9303CD7-D17E-4514-AC6E-4EFA4FDCDEDB}" dt="2025-02-25T14:18:57.710" v="315" actId="1076"/>
          <ac:grpSpMkLst>
            <pc:docMk/>
            <pc:sldMk cId="340494126" sldId="257"/>
            <ac:grpSpMk id="40" creationId="{EC05EBA1-7092-D802-4DD5-6A18700A9E77}"/>
          </ac:grpSpMkLst>
        </pc:grpChg>
        <pc:grpChg chg="add mod ord">
          <ac:chgData name="Hou, Bowen" userId="cbd36780-c17d-4782-a6cd-6dd8a1dcdc2c" providerId="ADAL" clId="{C9303CD7-D17E-4514-AC6E-4EFA4FDCDEDB}" dt="2025-02-25T14:31:00.775" v="468" actId="167"/>
          <ac:grpSpMkLst>
            <pc:docMk/>
            <pc:sldMk cId="340494126" sldId="257"/>
            <ac:grpSpMk id="60" creationId="{85E54C70-7A0F-8EEC-4A71-496BCF2307C0}"/>
          </ac:grpSpMkLst>
        </pc:grpChg>
        <pc:grpChg chg="del mod">
          <ac:chgData name="Hou, Bowen" userId="cbd36780-c17d-4782-a6cd-6dd8a1dcdc2c" providerId="ADAL" clId="{C9303CD7-D17E-4514-AC6E-4EFA4FDCDEDB}" dt="2025-02-25T14:21:03.445" v="329" actId="478"/>
          <ac:grpSpMkLst>
            <pc:docMk/>
            <pc:sldMk cId="340494126" sldId="257"/>
            <ac:grpSpMk id="87" creationId="{8F3F49B6-3DC1-EFA3-574C-39771027856A}"/>
          </ac:grpSpMkLst>
        </pc:grpChg>
        <pc:grpChg chg="del mod">
          <ac:chgData name="Hou, Bowen" userId="cbd36780-c17d-4782-a6cd-6dd8a1dcdc2c" providerId="ADAL" clId="{C9303CD7-D17E-4514-AC6E-4EFA4FDCDEDB}" dt="2025-02-25T14:21:01.788" v="328" actId="478"/>
          <ac:grpSpMkLst>
            <pc:docMk/>
            <pc:sldMk cId="340494126" sldId="257"/>
            <ac:grpSpMk id="197" creationId="{D5AE39B5-5794-80DB-A6A0-7A3BF7664A1A}"/>
          </ac:grpSpMkLst>
        </pc:grpChg>
        <pc:grpChg chg="mod">
          <ac:chgData name="Hou, Bowen" userId="cbd36780-c17d-4782-a6cd-6dd8a1dcdc2c" providerId="ADAL" clId="{C9303CD7-D17E-4514-AC6E-4EFA4FDCDEDB}" dt="2025-02-25T13:56:56.801" v="6" actId="206"/>
          <ac:grpSpMkLst>
            <pc:docMk/>
            <pc:sldMk cId="340494126" sldId="257"/>
            <ac:grpSpMk id="424" creationId="{6F1DC69F-79E6-2D3C-0870-0A1D73D77B1F}"/>
          </ac:grpSpMkLst>
        </pc:grpChg>
        <pc:grpChg chg="mod">
          <ac:chgData name="Hou, Bowen" userId="cbd36780-c17d-4782-a6cd-6dd8a1dcdc2c" providerId="ADAL" clId="{C9303CD7-D17E-4514-AC6E-4EFA4FDCDEDB}" dt="2025-02-25T14:31:20.046" v="469" actId="1076"/>
          <ac:grpSpMkLst>
            <pc:docMk/>
            <pc:sldMk cId="340494126" sldId="257"/>
            <ac:grpSpMk id="438" creationId="{AAEF922B-6891-AFA8-D634-6EEDB31C4469}"/>
          </ac:grpSpMkLst>
        </pc:grpChg>
        <pc:cxnChg chg="add mod">
          <ac:chgData name="Hou, Bowen" userId="cbd36780-c17d-4782-a6cd-6dd8a1dcdc2c" providerId="ADAL" clId="{C9303CD7-D17E-4514-AC6E-4EFA4FDCDEDB}" dt="2025-02-25T14:27:30.953" v="424" actId="14100"/>
          <ac:cxnSpMkLst>
            <pc:docMk/>
            <pc:sldMk cId="340494126" sldId="257"/>
            <ac:cxnSpMk id="4" creationId="{DBA78B91-A67A-F8A5-FF22-4103FC6ED99C}"/>
          </ac:cxnSpMkLst>
        </pc:cxnChg>
        <pc:cxnChg chg="add del mod">
          <ac:chgData name="Hou, Bowen" userId="cbd36780-c17d-4782-a6cd-6dd8a1dcdc2c" providerId="ADAL" clId="{C9303CD7-D17E-4514-AC6E-4EFA4FDCDEDB}" dt="2025-02-25T14:16:45.594" v="275" actId="478"/>
          <ac:cxnSpMkLst>
            <pc:docMk/>
            <pc:sldMk cId="340494126" sldId="257"/>
            <ac:cxnSpMk id="32" creationId="{1C1CCD88-E3E7-A545-108F-91B2211765A2}"/>
          </ac:cxnSpMkLst>
        </pc:cxnChg>
        <pc:cxnChg chg="add mod">
          <ac:chgData name="Hou, Bowen" userId="cbd36780-c17d-4782-a6cd-6dd8a1dcdc2c" providerId="ADAL" clId="{C9303CD7-D17E-4514-AC6E-4EFA4FDCDEDB}" dt="2025-02-25T14:27:32.571" v="427" actId="1036"/>
          <ac:cxnSpMkLst>
            <pc:docMk/>
            <pc:sldMk cId="340494126" sldId="257"/>
            <ac:cxnSpMk id="44" creationId="{66731AEF-24A9-3031-50EB-31D78AF2A853}"/>
          </ac:cxnSpMkLst>
        </pc:cxnChg>
        <pc:cxnChg chg="add mod">
          <ac:chgData name="Hou, Bowen" userId="cbd36780-c17d-4782-a6cd-6dd8a1dcdc2c" providerId="ADAL" clId="{C9303CD7-D17E-4514-AC6E-4EFA4FDCDEDB}" dt="2025-02-25T14:27:14.082" v="414" actId="14100"/>
          <ac:cxnSpMkLst>
            <pc:docMk/>
            <pc:sldMk cId="340494126" sldId="257"/>
            <ac:cxnSpMk id="45" creationId="{69B95CF9-B93F-ED3A-A5DB-268D62AF9F8D}"/>
          </ac:cxnSpMkLst>
        </pc:cxnChg>
        <pc:cxnChg chg="mod">
          <ac:chgData name="Hou, Bowen" userId="cbd36780-c17d-4782-a6cd-6dd8a1dcdc2c" providerId="ADAL" clId="{C9303CD7-D17E-4514-AC6E-4EFA4FDCDEDB}" dt="2025-02-25T14:00:44.239" v="52" actId="14100"/>
          <ac:cxnSpMkLst>
            <pc:docMk/>
            <pc:sldMk cId="340494126" sldId="257"/>
            <ac:cxnSpMk id="213" creationId="{FC162882-DE10-8183-2D52-E485B9F3868C}"/>
          </ac:cxnSpMkLst>
        </pc:cxnChg>
        <pc:cxnChg chg="mod">
          <ac:chgData name="Hou, Bowen" userId="cbd36780-c17d-4782-a6cd-6dd8a1dcdc2c" providerId="ADAL" clId="{C9303CD7-D17E-4514-AC6E-4EFA4FDCDEDB}" dt="2025-02-25T14:32:36.684" v="513" actId="1037"/>
          <ac:cxnSpMkLst>
            <pc:docMk/>
            <pc:sldMk cId="340494126" sldId="257"/>
            <ac:cxnSpMk id="392" creationId="{F0C90EF3-F424-E179-C7ED-2348E07B03F4}"/>
          </ac:cxnSpMkLst>
        </pc:cxnChg>
        <pc:cxnChg chg="mod">
          <ac:chgData name="Hou, Bowen" userId="cbd36780-c17d-4782-a6cd-6dd8a1dcdc2c" providerId="ADAL" clId="{C9303CD7-D17E-4514-AC6E-4EFA4FDCDEDB}" dt="2025-02-25T14:31:33.744" v="473" actId="1076"/>
          <ac:cxnSpMkLst>
            <pc:docMk/>
            <pc:sldMk cId="340494126" sldId="257"/>
            <ac:cxnSpMk id="433" creationId="{6735DCFA-0602-6FF5-1E88-7C71D8B173D8}"/>
          </ac:cxnSpMkLst>
        </pc:cxnChg>
        <pc:cxnChg chg="mod">
          <ac:chgData name="Hou, Bowen" userId="cbd36780-c17d-4782-a6cd-6dd8a1dcdc2c" providerId="ADAL" clId="{C9303CD7-D17E-4514-AC6E-4EFA4FDCDEDB}" dt="2025-02-25T14:31:31.270" v="472" actId="1076"/>
          <ac:cxnSpMkLst>
            <pc:docMk/>
            <pc:sldMk cId="340494126" sldId="257"/>
            <ac:cxnSpMk id="439" creationId="{E1952ECE-7367-B7E2-436C-38897E832524}"/>
          </ac:cxnSpMkLst>
        </pc:cxnChg>
        <pc:cxnChg chg="mod">
          <ac:chgData name="Hou, Bowen" userId="cbd36780-c17d-4782-a6cd-6dd8a1dcdc2c" providerId="ADAL" clId="{C9303CD7-D17E-4514-AC6E-4EFA4FDCDEDB}" dt="2025-02-25T14:31:24.221" v="470" actId="1076"/>
          <ac:cxnSpMkLst>
            <pc:docMk/>
            <pc:sldMk cId="340494126" sldId="257"/>
            <ac:cxnSpMk id="452" creationId="{A792E9DD-0246-79FD-B44A-371B65FEBC7A}"/>
          </ac:cxnSpMkLst>
        </pc:cxnChg>
        <pc:cxnChg chg="mod">
          <ac:chgData name="Hou, Bowen" userId="cbd36780-c17d-4782-a6cd-6dd8a1dcdc2c" providerId="ADAL" clId="{C9303CD7-D17E-4514-AC6E-4EFA4FDCDEDB}" dt="2025-02-25T14:02:12.483" v="71" actId="14100"/>
          <ac:cxnSpMkLst>
            <pc:docMk/>
            <pc:sldMk cId="340494126" sldId="257"/>
            <ac:cxnSpMk id="466" creationId="{B4A5F8C0-3029-57DD-5CA9-09D4087CF54C}"/>
          </ac:cxnSpMkLst>
        </pc:cxnChg>
        <pc:cxnChg chg="mod">
          <ac:chgData name="Hou, Bowen" userId="cbd36780-c17d-4782-a6cd-6dd8a1dcdc2c" providerId="ADAL" clId="{C9303CD7-D17E-4514-AC6E-4EFA4FDCDEDB}" dt="2025-02-25T14:31:54.973" v="490" actId="1076"/>
          <ac:cxnSpMkLst>
            <pc:docMk/>
            <pc:sldMk cId="340494126" sldId="257"/>
            <ac:cxnSpMk id="480" creationId="{F2843A54-AFD1-349A-B1E7-95087E871562}"/>
          </ac:cxnSpMkLst>
        </pc:cxnChg>
        <pc:cxnChg chg="del mod">
          <ac:chgData name="Hou, Bowen" userId="cbd36780-c17d-4782-a6cd-6dd8a1dcdc2c" providerId="ADAL" clId="{C9303CD7-D17E-4514-AC6E-4EFA4FDCDEDB}" dt="2025-02-25T14:08:36.400" v="157" actId="478"/>
          <ac:cxnSpMkLst>
            <pc:docMk/>
            <pc:sldMk cId="340494126" sldId="257"/>
            <ac:cxnSpMk id="492" creationId="{826C42A9-65BC-CAB6-DD63-9D0B74DB43DB}"/>
          </ac:cxnSpMkLst>
        </pc:cxnChg>
        <pc:cxnChg chg="mod">
          <ac:chgData name="Hou, Bowen" userId="cbd36780-c17d-4782-a6cd-6dd8a1dcdc2c" providerId="ADAL" clId="{C9303CD7-D17E-4514-AC6E-4EFA4FDCDEDB}" dt="2025-02-25T13:58:34.126" v="32" actId="1076"/>
          <ac:cxnSpMkLst>
            <pc:docMk/>
            <pc:sldMk cId="340494126" sldId="257"/>
            <ac:cxnSpMk id="497" creationId="{3264A474-FBA5-2E2D-C906-79BA6E8634AA}"/>
          </ac:cxnSpMkLst>
        </pc:cxnChg>
        <pc:cxnChg chg="mod">
          <ac:chgData name="Hou, Bowen" userId="cbd36780-c17d-4782-a6cd-6dd8a1dcdc2c" providerId="ADAL" clId="{C9303CD7-D17E-4514-AC6E-4EFA4FDCDEDB}" dt="2025-02-25T14:09:14.235" v="166" actId="14100"/>
          <ac:cxnSpMkLst>
            <pc:docMk/>
            <pc:sldMk cId="340494126" sldId="257"/>
            <ac:cxnSpMk id="503" creationId="{F8668EF5-346B-0AF6-2002-3D31546E643F}"/>
          </ac:cxnSpMkLst>
        </pc:cxnChg>
      </pc:sldChg>
      <pc:sldChg chg="addSp delSp modSp new del mod">
        <pc:chgData name="Hou, Bowen" userId="cbd36780-c17d-4782-a6cd-6dd8a1dcdc2c" providerId="ADAL" clId="{C9303CD7-D17E-4514-AC6E-4EFA4FDCDEDB}" dt="2025-02-25T14:32:57.228" v="514" actId="47"/>
        <pc:sldMkLst>
          <pc:docMk/>
          <pc:sldMk cId="4217307390" sldId="258"/>
        </pc:sldMkLst>
        <pc:spChg chg="del">
          <ac:chgData name="Hou, Bowen" userId="cbd36780-c17d-4782-a6cd-6dd8a1dcdc2c" providerId="ADAL" clId="{C9303CD7-D17E-4514-AC6E-4EFA4FDCDEDB}" dt="2025-02-25T14:03:25.132" v="84" actId="478"/>
          <ac:spMkLst>
            <pc:docMk/>
            <pc:sldMk cId="4217307390" sldId="258"/>
            <ac:spMk id="2" creationId="{7808CDCF-4AC4-3E36-1146-32A47DA4A7F3}"/>
          </ac:spMkLst>
        </pc:spChg>
        <pc:spChg chg="del">
          <ac:chgData name="Hou, Bowen" userId="cbd36780-c17d-4782-a6cd-6dd8a1dcdc2c" providerId="ADAL" clId="{C9303CD7-D17E-4514-AC6E-4EFA4FDCDEDB}" dt="2025-02-25T14:03:25.132" v="84" actId="478"/>
          <ac:spMkLst>
            <pc:docMk/>
            <pc:sldMk cId="4217307390" sldId="258"/>
            <ac:spMk id="3" creationId="{25C2203F-AE9D-A1CA-18BE-1BBF8BBCDE5A}"/>
          </ac:spMkLst>
        </pc:spChg>
        <pc:spChg chg="add mod ord">
          <ac:chgData name="Hou, Bowen" userId="cbd36780-c17d-4782-a6cd-6dd8a1dcdc2c" providerId="ADAL" clId="{C9303CD7-D17E-4514-AC6E-4EFA4FDCDEDB}" dt="2025-02-25T14:09:37.045" v="174" actId="1076"/>
          <ac:spMkLst>
            <pc:docMk/>
            <pc:sldMk cId="4217307390" sldId="258"/>
            <ac:spMk id="4" creationId="{0A17E8BA-BEAB-EE99-BA54-0F10CFCB6161}"/>
          </ac:spMkLst>
        </pc:spChg>
        <pc:spChg chg="add del mod">
          <ac:chgData name="Hou, Bowen" userId="cbd36780-c17d-4782-a6cd-6dd8a1dcdc2c" providerId="ADAL" clId="{C9303CD7-D17E-4514-AC6E-4EFA4FDCDEDB}" dt="2025-02-25T14:06:58.878" v="113" actId="478"/>
          <ac:spMkLst>
            <pc:docMk/>
            <pc:sldMk cId="4217307390" sldId="258"/>
            <ac:spMk id="5" creationId="{9B9C4A32-0E20-CAB4-D1EA-F08A86FEB3F4}"/>
          </ac:spMkLst>
        </pc:spChg>
        <pc:spChg chg="add mod ord">
          <ac:chgData name="Hou, Bowen" userId="cbd36780-c17d-4782-a6cd-6dd8a1dcdc2c" providerId="ADAL" clId="{C9303CD7-D17E-4514-AC6E-4EFA4FDCDEDB}" dt="2025-02-25T14:07:11.445" v="119" actId="164"/>
          <ac:spMkLst>
            <pc:docMk/>
            <pc:sldMk cId="4217307390" sldId="258"/>
            <ac:spMk id="6" creationId="{6F73FFDF-D49C-4590-02B6-65CC37677716}"/>
          </ac:spMkLst>
        </pc:spChg>
        <pc:spChg chg="add mod ord">
          <ac:chgData name="Hou, Bowen" userId="cbd36780-c17d-4782-a6cd-6dd8a1dcdc2c" providerId="ADAL" clId="{C9303CD7-D17E-4514-AC6E-4EFA4FDCDEDB}" dt="2025-02-25T14:09:37.045" v="174" actId="1076"/>
          <ac:spMkLst>
            <pc:docMk/>
            <pc:sldMk cId="4217307390" sldId="258"/>
            <ac:spMk id="7" creationId="{A748ED72-6D00-0755-3E6B-C5684D692283}"/>
          </ac:spMkLst>
        </pc:spChg>
        <pc:spChg chg="add mod">
          <ac:chgData name="Hou, Bowen" userId="cbd36780-c17d-4782-a6cd-6dd8a1dcdc2c" providerId="ADAL" clId="{C9303CD7-D17E-4514-AC6E-4EFA4FDCDEDB}" dt="2025-02-25T14:15:21.094" v="246" actId="207"/>
          <ac:spMkLst>
            <pc:docMk/>
            <pc:sldMk cId="4217307390" sldId="258"/>
            <ac:spMk id="9" creationId="{FD3FBC6B-496F-E7B4-EAF7-B820C4B9E1E5}"/>
          </ac:spMkLst>
        </pc:spChg>
        <pc:spChg chg="add mod ord">
          <ac:chgData name="Hou, Bowen" userId="cbd36780-c17d-4782-a6cd-6dd8a1dcdc2c" providerId="ADAL" clId="{C9303CD7-D17E-4514-AC6E-4EFA4FDCDEDB}" dt="2025-02-25T14:15:28.648" v="251" actId="167"/>
          <ac:spMkLst>
            <pc:docMk/>
            <pc:sldMk cId="4217307390" sldId="258"/>
            <ac:spMk id="10" creationId="{D5F7F35C-B18A-4091-D401-C56315E9DAD5}"/>
          </ac:spMkLst>
        </pc:spChg>
        <pc:spChg chg="add mod">
          <ac:chgData name="Hou, Bowen" userId="cbd36780-c17d-4782-a6cd-6dd8a1dcdc2c" providerId="ADAL" clId="{C9303CD7-D17E-4514-AC6E-4EFA4FDCDEDB}" dt="2025-02-25T14:10:35.266" v="193" actId="1076"/>
          <ac:spMkLst>
            <pc:docMk/>
            <pc:sldMk cId="4217307390" sldId="258"/>
            <ac:spMk id="11" creationId="{CF41E452-6903-FA6B-53C8-E8CDDD9BA523}"/>
          </ac:spMkLst>
        </pc:spChg>
        <pc:spChg chg="add mod ord">
          <ac:chgData name="Hou, Bowen" userId="cbd36780-c17d-4782-a6cd-6dd8a1dcdc2c" providerId="ADAL" clId="{C9303CD7-D17E-4514-AC6E-4EFA4FDCDEDB}" dt="2025-02-25T14:15:33.364" v="252" actId="1036"/>
          <ac:spMkLst>
            <pc:docMk/>
            <pc:sldMk cId="4217307390" sldId="258"/>
            <ac:spMk id="12" creationId="{5AAA92D8-B72D-8F49-DB68-7619F25F981D}"/>
          </ac:spMkLst>
        </pc:spChg>
        <pc:grpChg chg="add mod">
          <ac:chgData name="Hou, Bowen" userId="cbd36780-c17d-4782-a6cd-6dd8a1dcdc2c" providerId="ADAL" clId="{C9303CD7-D17E-4514-AC6E-4EFA4FDCDEDB}" dt="2025-02-25T14:07:15.860" v="121" actId="1076"/>
          <ac:grpSpMkLst>
            <pc:docMk/>
            <pc:sldMk cId="4217307390" sldId="258"/>
            <ac:grpSpMk id="8" creationId="{D4111246-8C3C-6887-0970-962EFB523ED2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E1E62-82E9-6090-E39F-A3338AB652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537565-CA04-EE82-B3C5-F852981B8A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BFDA15-B838-6B5F-31B9-6D4D00C4E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CB352F-BD2B-CEB0-9F46-0560C9911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455A3-718C-9A75-BEF3-5920FCB0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63388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F95F6-70D1-9520-71B3-AB684B933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FF89B-116D-8CD8-358C-51BFE5BB1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E6EFE-E829-06B7-7845-CCAE664A8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4FF9F4-4DBB-0010-30EF-43B45199E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552B04-8E59-F6FF-E0EA-BFD8AC925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3262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9A2E4-B3C4-2398-C43D-500B070A8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339239-DF26-DC1B-74EF-4F80625860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8E5B1-CC28-D5D9-3BA6-15F677AE1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0FEF4-7645-DC71-8B58-2225245C8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68E0EF-2E24-C943-2363-0BE1B78FF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757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14041-7656-BDFC-E750-A40A13EE2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4F7010-0CBB-184C-A657-5F72C51F58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24536E-F6F9-684C-DE54-DA7F7189B0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4BF11D-79E8-9C58-C5C6-7A304B6A3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5A81E9-A599-0F78-FEA1-F226B139D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17688B-63B0-A5BD-8A29-4332D6635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1682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DBE28-D4E7-81B4-9950-96671E262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0B9813-2B69-3826-5C3D-FBCD5B152B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DBFEA3-03B7-CD11-753B-82B8DB0834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401075-A84B-DA7A-FFDA-AED5EFC614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7CE423-E91D-1737-471C-5C3757F489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D696B5-7F41-E1E1-9AA5-DE4D16108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AF8CDF-A9FE-E097-D226-83CAAB4FB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A9F116-B07E-23EE-5D77-DA37EA0CD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467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E9A2A-9795-6DCD-D830-8EF5CE819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822961-5229-99AC-C666-9F2FE85A1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456D63-BCA1-3CA6-6BF7-E0DA9BA2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ACB351-A2B2-D65A-FE7C-8EF486A9F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5258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E701B2-6AC7-B106-E615-741B157AC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3C0936-6744-3CD1-E2E7-58EE775FA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95CBD-FAF1-5757-48A6-B9087D273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3993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7EF14-9164-0409-180D-EA7839EC3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822BB-6078-9A67-5E54-A076D652B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9AD387-174F-FD0E-4871-F77BAA5B3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EB6556-21C3-3D8E-53B4-7B8EFC18E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365CBC-55CE-3F9A-7647-B44CE41FB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F23EBE-9D6E-B6E8-05DD-47067ACC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0900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BECF1-B1F7-4738-E953-B9E943C52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5D10D4-3CE6-5BDC-D3BE-517A537D01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2CFFD-9934-642A-6A44-A1B3DEA9C5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F73557-B5FA-CBAE-2B37-EC5AD7FBB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399043-500A-ADDF-59BF-5E4A9E09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E0BCB2-41B3-D90E-AF1C-158E6BC63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7877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CDE53-0734-F677-9FDE-052AA7598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55C323-3C4C-60C6-704D-53EE99ED6E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E5C3C2-3E83-CA2C-FEB4-C26174336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B97B34-590C-E6D1-2C29-0A1AE9E28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8D643-565A-ECAD-147E-466FD1F38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1576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4607AB-05F6-F0DA-F4B4-E180EF4472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0EF05D-395D-0F9B-9AD5-45823747DD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1D0F8-1B61-C299-865B-C2ADBB34C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26049-C0F2-49D4-8CC1-1C79E76B9D77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BF06A-EAA1-D76C-1994-35BF4ED33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5F0F69-D449-9DE9-4D42-EA2EE02C6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2399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F92244-C285-246D-1BE1-9D9F04981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F9B711-A435-D9E6-6D03-2D611A20C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46D21C-D77F-1331-A34C-733EFBF2A7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C26049-C0F2-49D4-8CC1-1C79E76B9D77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8B5F75-CA10-6610-EE29-91B7873AEB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1227F9-126D-F7E5-3C9F-1EFD9113DA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42B3D5-D4BF-4F9D-9065-E7138A0EAA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6931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7.png"/><Relationship Id="rId3" Type="http://schemas.openxmlformats.org/officeDocument/2006/relationships/image" Target="../media/image2.png"/><Relationship Id="rId21" Type="http://schemas.openxmlformats.org/officeDocument/2006/relationships/image" Target="../media/image13.png"/><Relationship Id="rId12" Type="http://schemas.openxmlformats.org/officeDocument/2006/relationships/image" Target="../media/image11.png"/><Relationship Id="rId17" Type="http://schemas.openxmlformats.org/officeDocument/2006/relationships/image" Target="../media/image6.png"/><Relationship Id="rId25" Type="http://schemas.openxmlformats.org/officeDocument/2006/relationships/image" Target="../media/image18.png"/><Relationship Id="rId2" Type="http://schemas.openxmlformats.org/officeDocument/2006/relationships/image" Target="../media/image1.png"/><Relationship Id="rId16" Type="http://schemas.openxmlformats.org/officeDocument/2006/relationships/image" Target="../media/image5.png"/><Relationship Id="rId20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.png"/><Relationship Id="rId24" Type="http://schemas.openxmlformats.org/officeDocument/2006/relationships/image" Target="../media/image17.png"/><Relationship Id="rId15" Type="http://schemas.openxmlformats.org/officeDocument/2006/relationships/image" Target="../media/image14.png"/><Relationship Id="rId23" Type="http://schemas.openxmlformats.org/officeDocument/2006/relationships/image" Target="../media/image16.png"/><Relationship Id="rId10" Type="http://schemas.openxmlformats.org/officeDocument/2006/relationships/image" Target="../media/image9.png"/><Relationship Id="rId19" Type="http://schemas.openxmlformats.org/officeDocument/2006/relationships/image" Target="../media/image8.png"/><Relationship Id="rId14" Type="http://schemas.openxmlformats.org/officeDocument/2006/relationships/image" Target="../media/image4.png"/><Relationship Id="rId2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85E54C70-7A0F-8EEC-4A71-496BCF2307C0}"/>
              </a:ext>
            </a:extLst>
          </p:cNvPr>
          <p:cNvGrpSpPr/>
          <p:nvPr/>
        </p:nvGrpSpPr>
        <p:grpSpPr>
          <a:xfrm>
            <a:off x="8603580" y="550689"/>
            <a:ext cx="2129152" cy="3979987"/>
            <a:chOff x="11067792" y="1407347"/>
            <a:chExt cx="2129152" cy="3979987"/>
          </a:xfrm>
        </p:grpSpPr>
        <p:sp>
          <p:nvSpPr>
            <p:cNvPr id="59" name="Right Triangle 58">
              <a:extLst>
                <a:ext uri="{FF2B5EF4-FFF2-40B4-BE49-F238E27FC236}">
                  <a16:creationId xmlns:a16="http://schemas.microsoft.com/office/drawing/2014/main" id="{388D7526-E1FF-78E7-A51B-15CACFBB77E9}"/>
                </a:ext>
              </a:extLst>
            </p:cNvPr>
            <p:cNvSpPr/>
            <p:nvPr/>
          </p:nvSpPr>
          <p:spPr>
            <a:xfrm>
              <a:off x="11068265" y="4701241"/>
              <a:ext cx="669438" cy="677801"/>
            </a:xfrm>
            <a:prstGeom prst="rtTriangle">
              <a:avLst/>
            </a:prstGeom>
            <a:solidFill>
              <a:srgbClr val="FEB0B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2" name="Right Triangle 41">
              <a:extLst>
                <a:ext uri="{FF2B5EF4-FFF2-40B4-BE49-F238E27FC236}">
                  <a16:creationId xmlns:a16="http://schemas.microsoft.com/office/drawing/2014/main" id="{EF7600EC-E346-11C8-08D3-F5F451BCC19D}"/>
                </a:ext>
              </a:extLst>
            </p:cNvPr>
            <p:cNvSpPr/>
            <p:nvPr/>
          </p:nvSpPr>
          <p:spPr>
            <a:xfrm rot="10800000">
              <a:off x="12521156" y="1415711"/>
              <a:ext cx="669438" cy="677801"/>
            </a:xfrm>
            <a:prstGeom prst="rtTriangle">
              <a:avLst/>
            </a:prstGeom>
            <a:solidFill>
              <a:srgbClr val="FEB0B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34136A75-10B9-2D63-9E10-682C6ADF7910}"/>
                </a:ext>
              </a:extLst>
            </p:cNvPr>
            <p:cNvSpPr/>
            <p:nvPr/>
          </p:nvSpPr>
          <p:spPr>
            <a:xfrm>
              <a:off x="11067792" y="1407347"/>
              <a:ext cx="2129152" cy="3979987"/>
            </a:xfrm>
            <a:prstGeom prst="roundRect">
              <a:avLst>
                <a:gd name="adj" fmla="val 2994"/>
              </a:avLst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F605EA6-037B-ACD1-FFBE-61F1C0658418}"/>
              </a:ext>
            </a:extLst>
          </p:cNvPr>
          <p:cNvGrpSpPr/>
          <p:nvPr/>
        </p:nvGrpSpPr>
        <p:grpSpPr>
          <a:xfrm>
            <a:off x="1262961" y="3644902"/>
            <a:ext cx="3966780" cy="1125218"/>
            <a:chOff x="1962810" y="4077100"/>
            <a:chExt cx="3966780" cy="1177636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40540733-0609-42AC-A036-D919A7FD8281}"/>
                </a:ext>
              </a:extLst>
            </p:cNvPr>
            <p:cNvSpPr/>
            <p:nvPr/>
          </p:nvSpPr>
          <p:spPr>
            <a:xfrm rot="10800000">
              <a:off x="5396873" y="4077100"/>
              <a:ext cx="532717" cy="532717"/>
            </a:xfrm>
            <a:prstGeom prst="rtTriangle">
              <a:avLst/>
            </a:prstGeom>
            <a:solidFill>
              <a:srgbClr val="FDED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Right Triangle 23">
              <a:extLst>
                <a:ext uri="{FF2B5EF4-FFF2-40B4-BE49-F238E27FC236}">
                  <a16:creationId xmlns:a16="http://schemas.microsoft.com/office/drawing/2014/main" id="{2F750836-EC39-C432-C24B-9D3E95A81DE6}"/>
                </a:ext>
              </a:extLst>
            </p:cNvPr>
            <p:cNvSpPr/>
            <p:nvPr/>
          </p:nvSpPr>
          <p:spPr>
            <a:xfrm>
              <a:off x="1965191" y="4719638"/>
              <a:ext cx="532717" cy="532717"/>
            </a:xfrm>
            <a:prstGeom prst="rtTriangle">
              <a:avLst/>
            </a:prstGeom>
            <a:solidFill>
              <a:srgbClr val="FDED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6CA1F3AD-296A-1750-3A20-6F297167727A}"/>
                </a:ext>
              </a:extLst>
            </p:cNvPr>
            <p:cNvSpPr/>
            <p:nvPr/>
          </p:nvSpPr>
          <p:spPr>
            <a:xfrm>
              <a:off x="1962810" y="4077100"/>
              <a:ext cx="3966780" cy="1177636"/>
            </a:xfrm>
            <a:prstGeom prst="roundRect">
              <a:avLst>
                <a:gd name="adj" fmla="val 2994"/>
              </a:avLst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4BFBA64F-F329-5817-B467-17BBDADE0462}"/>
              </a:ext>
            </a:extLst>
          </p:cNvPr>
          <p:cNvSpPr txBox="1"/>
          <p:nvPr/>
        </p:nvSpPr>
        <p:spPr>
          <a:xfrm>
            <a:off x="9905773" y="2125009"/>
            <a:ext cx="92774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CN" sz="1200" dirty="0" err="1">
                <a:latin typeface="Arial" panose="020B0604020202020204" pitchFamily="34" charset="0"/>
                <a:cs typeface="Arial" panose="020B0604020202020204" pitchFamily="34" charset="0"/>
              </a:rPr>
              <a:t>PretrainedEqui</a:t>
            </a:r>
            <a:r>
              <a:rPr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-VAE</a:t>
            </a:r>
            <a:endParaRPr lang="zh-CN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70D56C83-AA50-73C5-A0E5-8C07E754470B}"/>
                  </a:ext>
                </a:extLst>
              </p:cNvPr>
              <p:cNvSpPr txBox="1"/>
              <p:nvPr/>
            </p:nvSpPr>
            <p:spPr>
              <a:xfrm>
                <a:off x="8991367" y="183089"/>
                <a:ext cx="784771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{|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0" i="1" smtClean="0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𝑛𝑘</m:t>
                          </m:r>
                        </m:sub>
                      </m:sSub>
                      <m:r>
                        <a:rPr lang="zh-CN" alt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  <m:sup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70D56C83-AA50-73C5-A0E5-8C07E7544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1367" y="183089"/>
                <a:ext cx="784771" cy="215444"/>
              </a:xfrm>
              <a:prstGeom prst="rect">
                <a:avLst/>
              </a:prstGeom>
              <a:blipFill>
                <a:blip r:embed="rId2"/>
                <a:stretch>
                  <a:fillRect l="-10853" t="-2857" r="-25581" b="-3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3" name="Flowchart: Or 162">
            <a:extLst>
              <a:ext uri="{FF2B5EF4-FFF2-40B4-BE49-F238E27FC236}">
                <a16:creationId xmlns:a16="http://schemas.microsoft.com/office/drawing/2014/main" id="{281E9742-9BC6-333B-BFB9-F6A70ADCD8E5}"/>
              </a:ext>
            </a:extLst>
          </p:cNvPr>
          <p:cNvSpPr/>
          <p:nvPr/>
        </p:nvSpPr>
        <p:spPr>
          <a:xfrm>
            <a:off x="4597706" y="4130677"/>
            <a:ext cx="170886" cy="170886"/>
          </a:xfrm>
          <a:prstGeom prst="flowChar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05" name="Group 404">
            <a:extLst>
              <a:ext uri="{FF2B5EF4-FFF2-40B4-BE49-F238E27FC236}">
                <a16:creationId xmlns:a16="http://schemas.microsoft.com/office/drawing/2014/main" id="{04375840-4445-180F-3480-1A4A89EE6B7F}"/>
              </a:ext>
            </a:extLst>
          </p:cNvPr>
          <p:cNvGrpSpPr/>
          <p:nvPr/>
        </p:nvGrpSpPr>
        <p:grpSpPr>
          <a:xfrm>
            <a:off x="1919219" y="38959"/>
            <a:ext cx="1321740" cy="3391535"/>
            <a:chOff x="3090921" y="1823602"/>
            <a:chExt cx="1321740" cy="3391535"/>
          </a:xfrm>
        </p:grpSpPr>
        <p:sp>
          <p:nvSpPr>
            <p:cNvPr id="373" name="Rectangle: Rounded Corners 372">
              <a:extLst>
                <a:ext uri="{FF2B5EF4-FFF2-40B4-BE49-F238E27FC236}">
                  <a16:creationId xmlns:a16="http://schemas.microsoft.com/office/drawing/2014/main" id="{83D0137F-2E20-897F-483D-CFEEE8A9269D}"/>
                </a:ext>
              </a:extLst>
            </p:cNvPr>
            <p:cNvSpPr/>
            <p:nvPr/>
          </p:nvSpPr>
          <p:spPr>
            <a:xfrm>
              <a:off x="3134634" y="3477777"/>
              <a:ext cx="1234051" cy="471725"/>
            </a:xfrm>
            <a:prstGeom prst="roundRect">
              <a:avLst/>
            </a:prstGeom>
            <a:solidFill>
              <a:srgbClr val="E1F5D9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Many-Body</a:t>
              </a:r>
            </a:p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Decoder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374" name="Straight Arrow Connector 373">
              <a:extLst>
                <a:ext uri="{FF2B5EF4-FFF2-40B4-BE49-F238E27FC236}">
                  <a16:creationId xmlns:a16="http://schemas.microsoft.com/office/drawing/2014/main" id="{C96BAE67-176B-1200-6CD5-02C5067BF37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12378" y="3143549"/>
              <a:ext cx="3014" cy="3486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5" name="Group 374">
              <a:extLst>
                <a:ext uri="{FF2B5EF4-FFF2-40B4-BE49-F238E27FC236}">
                  <a16:creationId xmlns:a16="http://schemas.microsoft.com/office/drawing/2014/main" id="{EE198653-46FB-6841-79A0-248014381E63}"/>
                </a:ext>
              </a:extLst>
            </p:cNvPr>
            <p:cNvGrpSpPr/>
            <p:nvPr/>
          </p:nvGrpSpPr>
          <p:grpSpPr>
            <a:xfrm>
              <a:off x="3398240" y="3168813"/>
              <a:ext cx="752443" cy="276999"/>
              <a:chOff x="2546821" y="3362173"/>
              <a:chExt cx="752443" cy="276999"/>
            </a:xfrm>
          </p:grpSpPr>
          <p:pic>
            <p:nvPicPr>
              <p:cNvPr id="376" name="Picture 375">
                <a:extLst>
                  <a:ext uri="{FF2B5EF4-FFF2-40B4-BE49-F238E27FC236}">
                    <a16:creationId xmlns:a16="http://schemas.microsoft.com/office/drawing/2014/main" id="{8ADF1106-A16C-F553-5C85-DA398D3008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78834" y="3436504"/>
                <a:ext cx="466725" cy="143853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7" name="TextBox 376">
                    <a:extLst>
                      <a:ext uri="{FF2B5EF4-FFF2-40B4-BE49-F238E27FC236}">
                        <a16:creationId xmlns:a16="http://schemas.microsoft.com/office/drawing/2014/main" id="{EA946F91-CF23-F1D2-76A0-470427D6F18D}"/>
                      </a:ext>
                    </a:extLst>
                  </p:cNvPr>
                  <p:cNvSpPr txBox="1"/>
                  <p:nvPr/>
                </p:nvSpPr>
                <p:spPr>
                  <a:xfrm>
                    <a:off x="2546821" y="3362173"/>
                    <a:ext cx="752443" cy="276999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×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oMath>
                      </m:oMathPara>
                    </a14:m>
                    <a:endParaRPr lang="zh-CN" altLang="en-US" sz="120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77" name="TextBox 376">
                    <a:extLst>
                      <a:ext uri="{FF2B5EF4-FFF2-40B4-BE49-F238E27FC236}">
                        <a16:creationId xmlns:a16="http://schemas.microsoft.com/office/drawing/2014/main" id="{EA946F91-CF23-F1D2-76A0-470427D6F1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46821" y="3362173"/>
                    <a:ext cx="75244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78" name="Rectangle: Rounded Corners 377">
              <a:extLst>
                <a:ext uri="{FF2B5EF4-FFF2-40B4-BE49-F238E27FC236}">
                  <a16:creationId xmlns:a16="http://schemas.microsoft.com/office/drawing/2014/main" id="{7FA910A7-B3E0-7AFA-F5AF-26F0742EA1EE}"/>
                </a:ext>
              </a:extLst>
            </p:cNvPr>
            <p:cNvSpPr/>
            <p:nvPr/>
          </p:nvSpPr>
          <p:spPr>
            <a:xfrm>
              <a:off x="3120932" y="2655048"/>
              <a:ext cx="1234051" cy="471725"/>
            </a:xfrm>
            <a:prstGeom prst="roundRect">
              <a:avLst/>
            </a:prstGeom>
            <a:solidFill>
              <a:srgbClr val="E1F5D9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Many-Body</a:t>
              </a:r>
            </a:p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Decoder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79" name="Rectangle: Rounded Corners 378">
              <a:extLst>
                <a:ext uri="{FF2B5EF4-FFF2-40B4-BE49-F238E27FC236}">
                  <a16:creationId xmlns:a16="http://schemas.microsoft.com/office/drawing/2014/main" id="{E6FD305B-4694-C297-5269-98E6444AE78A}"/>
                </a:ext>
              </a:extLst>
            </p:cNvPr>
            <p:cNvSpPr/>
            <p:nvPr/>
          </p:nvSpPr>
          <p:spPr>
            <a:xfrm>
              <a:off x="3119824" y="4125463"/>
              <a:ext cx="1234051" cy="264583"/>
            </a:xfrm>
            <a:prstGeom prst="roundRect">
              <a:avLst/>
            </a:prstGeom>
            <a:solidFill>
              <a:srgbClr val="FCE1E0">
                <a:alpha val="60000"/>
              </a:srgbClr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Embedder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380" name="Straight Arrow Connector 379">
              <a:extLst>
                <a:ext uri="{FF2B5EF4-FFF2-40B4-BE49-F238E27FC236}">
                  <a16:creationId xmlns:a16="http://schemas.microsoft.com/office/drawing/2014/main" id="{97E1D96A-F27C-CDFB-7AA4-B98AB2552A4C}"/>
                </a:ext>
              </a:extLst>
            </p:cNvPr>
            <p:cNvCxnSpPr>
              <a:cxnSpLocks/>
              <a:stCxn id="474" idx="0"/>
              <a:endCxn id="379" idx="2"/>
            </p:cNvCxnSpPr>
            <p:nvPr/>
          </p:nvCxnSpPr>
          <p:spPr>
            <a:xfrm flipV="1">
              <a:off x="3735424" y="4390046"/>
              <a:ext cx="1426" cy="1345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Straight Arrow Connector 381">
              <a:extLst>
                <a:ext uri="{FF2B5EF4-FFF2-40B4-BE49-F238E27FC236}">
                  <a16:creationId xmlns:a16="http://schemas.microsoft.com/office/drawing/2014/main" id="{6E91BFDC-6FF4-3593-291A-90D107611E46}"/>
                </a:ext>
              </a:extLst>
            </p:cNvPr>
            <p:cNvCxnSpPr>
              <a:cxnSpLocks/>
              <a:stCxn id="379" idx="0"/>
            </p:cNvCxnSpPr>
            <p:nvPr/>
          </p:nvCxnSpPr>
          <p:spPr>
            <a:xfrm flipH="1" flipV="1">
              <a:off x="3735424" y="3949502"/>
              <a:ext cx="1426" cy="17596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8" name="TextBox 387">
              <a:extLst>
                <a:ext uri="{FF2B5EF4-FFF2-40B4-BE49-F238E27FC236}">
                  <a16:creationId xmlns:a16="http://schemas.microsoft.com/office/drawing/2014/main" id="{6A626E0B-30F4-2057-245F-68BE5CB03595}"/>
                </a:ext>
              </a:extLst>
            </p:cNvPr>
            <p:cNvSpPr txBox="1"/>
            <p:nvPr/>
          </p:nvSpPr>
          <p:spPr>
            <a:xfrm>
              <a:off x="3134634" y="4938138"/>
              <a:ext cx="1234051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rPr>
                <a:t>Query States</a:t>
              </a:r>
              <a:endParaRPr lang="zh-CN" alt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1" name="TextBox 390">
                  <a:extLst>
                    <a:ext uri="{FF2B5EF4-FFF2-40B4-BE49-F238E27FC236}">
                      <a16:creationId xmlns:a16="http://schemas.microsoft.com/office/drawing/2014/main" id="{08CBBD54-F122-B9EE-2F64-72965E2F6F8C}"/>
                    </a:ext>
                  </a:extLst>
                </p:cNvPr>
                <p:cNvSpPr txBox="1"/>
                <p:nvPr/>
              </p:nvSpPr>
              <p:spPr>
                <a:xfrm>
                  <a:off x="3903739" y="2174372"/>
                  <a:ext cx="50892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>
            <p:sp>
              <p:nvSpPr>
                <p:cNvPr id="391" name="TextBox 390">
                  <a:extLst>
                    <a:ext uri="{FF2B5EF4-FFF2-40B4-BE49-F238E27FC236}">
                      <a16:creationId xmlns:a16="http://schemas.microsoft.com/office/drawing/2014/main" id="{08CBBD54-F122-B9EE-2F64-72965E2F6F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739" y="2174372"/>
                  <a:ext cx="508922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2" name="Straight Arrow Connector 391">
              <a:extLst>
                <a:ext uri="{FF2B5EF4-FFF2-40B4-BE49-F238E27FC236}">
                  <a16:creationId xmlns:a16="http://schemas.microsoft.com/office/drawing/2014/main" id="{F0C90EF3-F424-E179-C7ED-2348E07B03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32640" y="2431497"/>
              <a:ext cx="0" cy="20910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Straight Arrow Connector 395">
              <a:extLst>
                <a:ext uri="{FF2B5EF4-FFF2-40B4-BE49-F238E27FC236}">
                  <a16:creationId xmlns:a16="http://schemas.microsoft.com/office/drawing/2014/main" id="{08898B0F-D15E-013B-1A3E-A328797889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30253" y="2484802"/>
              <a:ext cx="0" cy="1702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7" name="Rectangle: Rounded Corners 396">
              <a:extLst>
                <a:ext uri="{FF2B5EF4-FFF2-40B4-BE49-F238E27FC236}">
                  <a16:creationId xmlns:a16="http://schemas.microsoft.com/office/drawing/2014/main" id="{71154FBF-B145-3CA8-602F-179ACF8684C0}"/>
                </a:ext>
              </a:extLst>
            </p:cNvPr>
            <p:cNvSpPr/>
            <p:nvPr/>
          </p:nvSpPr>
          <p:spPr>
            <a:xfrm>
              <a:off x="3090921" y="2211164"/>
              <a:ext cx="832275" cy="264583"/>
            </a:xfrm>
            <a:prstGeom prst="roundRect">
              <a:avLst/>
            </a:prstGeom>
            <a:solidFill>
              <a:schemeClr val="bg2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Linear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398" name="Straight Arrow Connector 397">
              <a:extLst>
                <a:ext uri="{FF2B5EF4-FFF2-40B4-BE49-F238E27FC236}">
                  <a16:creationId xmlns:a16="http://schemas.microsoft.com/office/drawing/2014/main" id="{BC8E6F6B-0DED-B720-32AC-066E125040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21346" y="2070100"/>
              <a:ext cx="0" cy="1244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9" name="TextBox 398">
              <a:extLst>
                <a:ext uri="{FF2B5EF4-FFF2-40B4-BE49-F238E27FC236}">
                  <a16:creationId xmlns:a16="http://schemas.microsoft.com/office/drawing/2014/main" id="{C0175FE5-EEEC-EC26-8C7B-8BFF79C5B3DE}"/>
                </a:ext>
              </a:extLst>
            </p:cNvPr>
            <p:cNvSpPr txBox="1"/>
            <p:nvPr/>
          </p:nvSpPr>
          <p:spPr>
            <a:xfrm>
              <a:off x="3224720" y="1823602"/>
              <a:ext cx="61106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dirty="0"/>
                <a:t>Target</a:t>
              </a:r>
              <a:endParaRPr lang="zh-CN" altLang="en-US" sz="1200" dirty="0"/>
            </a:p>
          </p:txBody>
        </p:sp>
      </p:grpSp>
      <p:grpSp>
        <p:nvGrpSpPr>
          <p:cNvPr id="422" name="Group 421">
            <a:extLst>
              <a:ext uri="{FF2B5EF4-FFF2-40B4-BE49-F238E27FC236}">
                <a16:creationId xmlns:a16="http://schemas.microsoft.com/office/drawing/2014/main" id="{44D403D0-1FC5-87D7-34F8-190E7D499046}"/>
              </a:ext>
            </a:extLst>
          </p:cNvPr>
          <p:cNvGrpSpPr/>
          <p:nvPr/>
        </p:nvGrpSpPr>
        <p:grpSpPr>
          <a:xfrm>
            <a:off x="17750" y="872804"/>
            <a:ext cx="2065206" cy="2580707"/>
            <a:chOff x="17750" y="872804"/>
            <a:chExt cx="2065206" cy="2580707"/>
          </a:xfrm>
        </p:grpSpPr>
        <p:sp>
          <p:nvSpPr>
            <p:cNvPr id="277" name="TextBox 276">
              <a:extLst>
                <a:ext uri="{FF2B5EF4-FFF2-40B4-BE49-F238E27FC236}">
                  <a16:creationId xmlns:a16="http://schemas.microsoft.com/office/drawing/2014/main" id="{5CD9A01B-A7EE-DE12-A993-866631CA1799}"/>
                </a:ext>
              </a:extLst>
            </p:cNvPr>
            <p:cNvSpPr txBox="1"/>
            <p:nvPr/>
          </p:nvSpPr>
          <p:spPr>
            <a:xfrm>
              <a:off x="17750" y="2991846"/>
              <a:ext cx="2065206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rPr>
                <a:t>Input Ground-State Electronic Properties</a:t>
              </a:r>
              <a:endParaRPr lang="zh-CN" alt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404" name="Group 403">
              <a:extLst>
                <a:ext uri="{FF2B5EF4-FFF2-40B4-BE49-F238E27FC236}">
                  <a16:creationId xmlns:a16="http://schemas.microsoft.com/office/drawing/2014/main" id="{3937236D-324E-8EA8-ADC7-4222B216D4BA}"/>
                </a:ext>
              </a:extLst>
            </p:cNvPr>
            <p:cNvGrpSpPr/>
            <p:nvPr/>
          </p:nvGrpSpPr>
          <p:grpSpPr>
            <a:xfrm>
              <a:off x="335179" y="872804"/>
              <a:ext cx="1620493" cy="2183567"/>
              <a:chOff x="1506881" y="2657447"/>
              <a:chExt cx="1620493" cy="2183567"/>
            </a:xfrm>
          </p:grpSpPr>
          <p:sp>
            <p:nvSpPr>
              <p:cNvPr id="276" name="Rectangle: Rounded Corners 275">
                <a:extLst>
                  <a:ext uri="{FF2B5EF4-FFF2-40B4-BE49-F238E27FC236}">
                    <a16:creationId xmlns:a16="http://schemas.microsoft.com/office/drawing/2014/main" id="{107C6BC6-8318-4427-3B18-6B3B446F4AEE}"/>
                  </a:ext>
                </a:extLst>
              </p:cNvPr>
              <p:cNvSpPr/>
              <p:nvPr/>
            </p:nvSpPr>
            <p:spPr>
              <a:xfrm>
                <a:off x="1603303" y="4125463"/>
                <a:ext cx="1234051" cy="264583"/>
              </a:xfrm>
              <a:prstGeom prst="roundRect">
                <a:avLst/>
              </a:prstGeom>
              <a:solidFill>
                <a:srgbClr val="FCE1E0">
                  <a:alpha val="60000"/>
                </a:srgbClr>
              </a:solidFill>
              <a:ln>
                <a:solidFill>
                  <a:srgbClr val="3933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Embedder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78" name="Straight Arrow Connector 277">
                <a:extLst>
                  <a:ext uri="{FF2B5EF4-FFF2-40B4-BE49-F238E27FC236}">
                    <a16:creationId xmlns:a16="http://schemas.microsoft.com/office/drawing/2014/main" id="{BBAD5C3D-1DB5-1E90-61A7-7355BD0D336F}"/>
                  </a:ext>
                </a:extLst>
              </p:cNvPr>
              <p:cNvCxnSpPr>
                <a:cxnSpLocks/>
                <a:stCxn id="303" idx="0"/>
                <a:endCxn id="276" idx="2"/>
              </p:cNvCxnSpPr>
              <p:nvPr/>
            </p:nvCxnSpPr>
            <p:spPr>
              <a:xfrm flipV="1">
                <a:off x="2220329" y="4390046"/>
                <a:ext cx="0" cy="1431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" name="Rectangle: Rounded Corners 278">
                <a:extLst>
                  <a:ext uri="{FF2B5EF4-FFF2-40B4-BE49-F238E27FC236}">
                    <a16:creationId xmlns:a16="http://schemas.microsoft.com/office/drawing/2014/main" id="{574EDFEF-4450-4CB4-44A9-D48615D386B5}"/>
                  </a:ext>
                </a:extLst>
              </p:cNvPr>
              <p:cNvSpPr/>
              <p:nvPr/>
            </p:nvSpPr>
            <p:spPr>
              <a:xfrm>
                <a:off x="1601877" y="3477777"/>
                <a:ext cx="1234051" cy="471725"/>
              </a:xfrm>
              <a:prstGeom prst="roundRect">
                <a:avLst/>
              </a:prstGeom>
              <a:solidFill>
                <a:srgbClr val="F7FEFF"/>
              </a:solidFill>
              <a:ln>
                <a:solidFill>
                  <a:srgbClr val="3933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Ground-State</a:t>
                </a:r>
              </a:p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Encoder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BEEB7131-D278-90ED-E182-0D46B982A4F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6881" y="4533237"/>
                    <a:ext cx="1426895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begChr m:val="{"/>
                              <m:endChr m:val="}"/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4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𝑛𝑘</m:t>
                                  </m:r>
                                </m:sub>
                              </m:sSub>
                              <m:r>
                                <a:rPr lang="zh-CN" altLang="en-US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</m:e>
                                <m:sup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BEEB7131-D278-90ED-E182-0D46B982A4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6881" y="4533237"/>
                    <a:ext cx="1426895" cy="30777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4274" b="-8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1" name="Rectangle: Rounded Corners 310">
                <a:extLst>
                  <a:ext uri="{FF2B5EF4-FFF2-40B4-BE49-F238E27FC236}">
                    <a16:creationId xmlns:a16="http://schemas.microsoft.com/office/drawing/2014/main" id="{A9A5D1FD-5BF7-732A-6402-8F48EA4196AF}"/>
                  </a:ext>
                </a:extLst>
              </p:cNvPr>
              <p:cNvSpPr/>
              <p:nvPr/>
            </p:nvSpPr>
            <p:spPr>
              <a:xfrm>
                <a:off x="1598863" y="2657447"/>
                <a:ext cx="1234051" cy="471725"/>
              </a:xfrm>
              <a:prstGeom prst="roundRect">
                <a:avLst/>
              </a:prstGeom>
              <a:solidFill>
                <a:srgbClr val="F7FEFF"/>
              </a:solidFill>
              <a:ln>
                <a:solidFill>
                  <a:srgbClr val="39333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Ground-State</a:t>
                </a:r>
              </a:p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</a:rPr>
                  <a:t>Encoder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13" name="Straight Arrow Connector 312">
                <a:extLst>
                  <a:ext uri="{FF2B5EF4-FFF2-40B4-BE49-F238E27FC236}">
                    <a16:creationId xmlns:a16="http://schemas.microsoft.com/office/drawing/2014/main" id="{D6231D78-7EF2-B6C5-A4DF-E6FE78D21AF1}"/>
                  </a:ext>
                </a:extLst>
              </p:cNvPr>
              <p:cNvCxnSpPr>
                <a:cxnSpLocks/>
                <a:stCxn id="276" idx="0"/>
                <a:endCxn id="279" idx="2"/>
              </p:cNvCxnSpPr>
              <p:nvPr/>
            </p:nvCxnSpPr>
            <p:spPr>
              <a:xfrm flipH="1" flipV="1">
                <a:off x="2218903" y="3949502"/>
                <a:ext cx="1426" cy="17596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Straight Arrow Connector 327">
                <a:extLst>
                  <a:ext uri="{FF2B5EF4-FFF2-40B4-BE49-F238E27FC236}">
                    <a16:creationId xmlns:a16="http://schemas.microsoft.com/office/drawing/2014/main" id="{34727B9A-1988-6A26-A6D0-581581FE6889}"/>
                  </a:ext>
                </a:extLst>
              </p:cNvPr>
              <p:cNvCxnSpPr>
                <a:cxnSpLocks/>
                <a:stCxn id="279" idx="0"/>
                <a:endCxn id="311" idx="2"/>
              </p:cNvCxnSpPr>
              <p:nvPr/>
            </p:nvCxnSpPr>
            <p:spPr>
              <a:xfrm flipH="1" flipV="1">
                <a:off x="2215889" y="3129172"/>
                <a:ext cx="3014" cy="34860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50" name="Group 349">
                <a:extLst>
                  <a:ext uri="{FF2B5EF4-FFF2-40B4-BE49-F238E27FC236}">
                    <a16:creationId xmlns:a16="http://schemas.microsoft.com/office/drawing/2014/main" id="{CA82C9A9-AE31-C9DC-6036-1069777EFCCE}"/>
                  </a:ext>
                </a:extLst>
              </p:cNvPr>
              <p:cNvGrpSpPr/>
              <p:nvPr/>
            </p:nvGrpSpPr>
            <p:grpSpPr>
              <a:xfrm>
                <a:off x="1901751" y="3179837"/>
                <a:ext cx="752443" cy="276999"/>
                <a:chOff x="2546821" y="3362173"/>
                <a:chExt cx="752443" cy="276999"/>
              </a:xfrm>
            </p:grpSpPr>
            <p:pic>
              <p:nvPicPr>
                <p:cNvPr id="349" name="Picture 348">
                  <a:extLst>
                    <a:ext uri="{FF2B5EF4-FFF2-40B4-BE49-F238E27FC236}">
                      <a16:creationId xmlns:a16="http://schemas.microsoft.com/office/drawing/2014/main" id="{6FB1B4BA-9EA2-A270-410D-539905735D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678834" y="3436504"/>
                  <a:ext cx="466725" cy="143853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6" name="TextBox 325">
                      <a:extLst>
                        <a:ext uri="{FF2B5EF4-FFF2-40B4-BE49-F238E27FC236}">
                          <a16:creationId xmlns:a16="http://schemas.microsoft.com/office/drawing/2014/main" id="{C7B3C6E1-93D0-85C4-A636-6963E9C97B4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46821" y="3362173"/>
                      <a:ext cx="752443" cy="276999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×</m:t>
                            </m:r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𝑁</m:t>
                            </m:r>
                          </m:oMath>
                        </m:oMathPara>
                      </a14:m>
                      <a:endParaRPr lang="zh-CN" alt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26" name="TextBox 325">
                      <a:extLst>
                        <a:ext uri="{FF2B5EF4-FFF2-40B4-BE49-F238E27FC236}">
                          <a16:creationId xmlns:a16="http://schemas.microsoft.com/office/drawing/2014/main" id="{C7B3C6E1-93D0-85C4-A636-6963E9C97B4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46821" y="3362173"/>
                      <a:ext cx="752443" cy="27699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72" name="Group 371">
                <a:extLst>
                  <a:ext uri="{FF2B5EF4-FFF2-40B4-BE49-F238E27FC236}">
                    <a16:creationId xmlns:a16="http://schemas.microsoft.com/office/drawing/2014/main" id="{802BDA95-E8FC-CB2E-6652-FBB28A340BF8}"/>
                  </a:ext>
                </a:extLst>
              </p:cNvPr>
              <p:cNvGrpSpPr/>
              <p:nvPr/>
            </p:nvGrpSpPr>
            <p:grpSpPr>
              <a:xfrm rot="5400000">
                <a:off x="2540548" y="3164440"/>
                <a:ext cx="876689" cy="296963"/>
                <a:chOff x="3671556" y="3118056"/>
                <a:chExt cx="621933" cy="558829"/>
              </a:xfrm>
            </p:grpSpPr>
            <p:grpSp>
              <p:nvGrpSpPr>
                <p:cNvPr id="370" name="Group 369">
                  <a:extLst>
                    <a:ext uri="{FF2B5EF4-FFF2-40B4-BE49-F238E27FC236}">
                      <a16:creationId xmlns:a16="http://schemas.microsoft.com/office/drawing/2014/main" id="{8FE9330B-B5FA-13B0-112A-2F8E2FC088F4}"/>
                    </a:ext>
                  </a:extLst>
                </p:cNvPr>
                <p:cNvGrpSpPr/>
                <p:nvPr/>
              </p:nvGrpSpPr>
              <p:grpSpPr>
                <a:xfrm>
                  <a:off x="3671556" y="3388370"/>
                  <a:ext cx="621933" cy="288515"/>
                  <a:chOff x="3671556" y="3388370"/>
                  <a:chExt cx="621933" cy="288515"/>
                </a:xfrm>
              </p:grpSpPr>
              <p:cxnSp>
                <p:nvCxnSpPr>
                  <p:cNvPr id="364" name="Straight Connector 363">
                    <a:extLst>
                      <a:ext uri="{FF2B5EF4-FFF2-40B4-BE49-F238E27FC236}">
                        <a16:creationId xmlns:a16="http://schemas.microsoft.com/office/drawing/2014/main" id="{B1AD391A-68EA-1390-0650-D7E1B8984D8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671556" y="3398021"/>
                    <a:ext cx="621933" cy="1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5" name="Straight Connector 364">
                    <a:extLst>
                      <a:ext uri="{FF2B5EF4-FFF2-40B4-BE49-F238E27FC236}">
                        <a16:creationId xmlns:a16="http://schemas.microsoft.com/office/drawing/2014/main" id="{B7CDDBCB-9377-3540-28C4-79A4D70049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671556" y="3388370"/>
                    <a:ext cx="0" cy="288515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71" name="Straight Connector 370">
                  <a:extLst>
                    <a:ext uri="{FF2B5EF4-FFF2-40B4-BE49-F238E27FC236}">
                      <a16:creationId xmlns:a16="http://schemas.microsoft.com/office/drawing/2014/main" id="{534C91C6-F5EB-E742-3DEC-D3C1FB5629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7027" y="3118056"/>
                  <a:ext cx="0" cy="28851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head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03" name="Rectangle 107">
                <a:extLst>
                  <a:ext uri="{FF2B5EF4-FFF2-40B4-BE49-F238E27FC236}">
                    <a16:creationId xmlns:a16="http://schemas.microsoft.com/office/drawing/2014/main" id="{91027269-C574-2A36-0E09-1F757DA45F43}"/>
                  </a:ext>
                </a:extLst>
              </p:cNvPr>
              <p:cNvSpPr/>
              <p:nvPr/>
            </p:nvSpPr>
            <p:spPr>
              <a:xfrm rot="5400000">
                <a:off x="2916602" y="3304894"/>
                <a:ext cx="257672" cy="134175"/>
              </a:xfrm>
              <a:custGeom>
                <a:avLst/>
                <a:gdLst>
                  <a:gd name="connsiteX0" fmla="*/ 0 w 1063961"/>
                  <a:gd name="connsiteY0" fmla="*/ 0 h 733578"/>
                  <a:gd name="connsiteX1" fmla="*/ 1063961 w 1063961"/>
                  <a:gd name="connsiteY1" fmla="*/ 0 h 733578"/>
                  <a:gd name="connsiteX2" fmla="*/ 1063961 w 1063961"/>
                  <a:gd name="connsiteY2" fmla="*/ 733578 h 733578"/>
                  <a:gd name="connsiteX3" fmla="*/ 0 w 1063961"/>
                  <a:gd name="connsiteY3" fmla="*/ 733578 h 733578"/>
                  <a:gd name="connsiteX4" fmla="*/ 0 w 1063961"/>
                  <a:gd name="connsiteY4" fmla="*/ 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91440 w 1063961"/>
                  <a:gd name="connsiteY3" fmla="*/ 9144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2540 w 1063961"/>
                  <a:gd name="connsiteY3" fmla="*/ 49106 h 733578"/>
                  <a:gd name="connsiteX0" fmla="*/ 1063961 w 1063961"/>
                  <a:gd name="connsiteY0" fmla="*/ 3991 h 737569"/>
                  <a:gd name="connsiteX1" fmla="*/ 1063961 w 1063961"/>
                  <a:gd name="connsiteY1" fmla="*/ 737569 h 737569"/>
                  <a:gd name="connsiteX2" fmla="*/ 0 w 1063961"/>
                  <a:gd name="connsiteY2" fmla="*/ 737569 h 737569"/>
                  <a:gd name="connsiteX3" fmla="*/ 6790 w 1063961"/>
                  <a:gd name="connsiteY3" fmla="*/ 0 h 737569"/>
                  <a:gd name="connsiteX0" fmla="*/ 1063961 w 1063961"/>
                  <a:gd name="connsiteY0" fmla="*/ 2180 h 735758"/>
                  <a:gd name="connsiteX1" fmla="*/ 1063961 w 1063961"/>
                  <a:gd name="connsiteY1" fmla="*/ 735758 h 735758"/>
                  <a:gd name="connsiteX2" fmla="*/ 0 w 1063961"/>
                  <a:gd name="connsiteY2" fmla="*/ 735758 h 735758"/>
                  <a:gd name="connsiteX3" fmla="*/ 415 w 1063961"/>
                  <a:gd name="connsiteY3" fmla="*/ 0 h 735758"/>
                  <a:gd name="connsiteX0" fmla="*/ 1063961 w 1063961"/>
                  <a:gd name="connsiteY0" fmla="*/ 197473 h 931051"/>
                  <a:gd name="connsiteX1" fmla="*/ 1063961 w 1063961"/>
                  <a:gd name="connsiteY1" fmla="*/ 931051 h 931051"/>
                  <a:gd name="connsiteX2" fmla="*/ 0 w 1063961"/>
                  <a:gd name="connsiteY2" fmla="*/ 931051 h 931051"/>
                  <a:gd name="connsiteX3" fmla="*/ 415 w 1063961"/>
                  <a:gd name="connsiteY3" fmla="*/ 0 h 931051"/>
                  <a:gd name="connsiteX0" fmla="*/ 1064986 w 1064986"/>
                  <a:gd name="connsiteY0" fmla="*/ 407377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  <a:gd name="connsiteX0" fmla="*/ 1067155 w 1067155"/>
                  <a:gd name="connsiteY0" fmla="*/ -1 h 733577"/>
                  <a:gd name="connsiteX1" fmla="*/ 1067155 w 1067155"/>
                  <a:gd name="connsiteY1" fmla="*/ 733577 h 733577"/>
                  <a:gd name="connsiteX2" fmla="*/ 3194 w 1067155"/>
                  <a:gd name="connsiteY2" fmla="*/ 733577 h 733577"/>
                  <a:gd name="connsiteX3" fmla="*/ 0 w 1067155"/>
                  <a:gd name="connsiteY3" fmla="*/ 84111 h 733577"/>
                  <a:gd name="connsiteX0" fmla="*/ 1067155 w 1067155"/>
                  <a:gd name="connsiteY0" fmla="*/ 8990 h 742568"/>
                  <a:gd name="connsiteX1" fmla="*/ 1067155 w 1067155"/>
                  <a:gd name="connsiteY1" fmla="*/ 742568 h 742568"/>
                  <a:gd name="connsiteX2" fmla="*/ 3194 w 1067155"/>
                  <a:gd name="connsiteY2" fmla="*/ 742568 h 742568"/>
                  <a:gd name="connsiteX3" fmla="*/ 0 w 1067155"/>
                  <a:gd name="connsiteY3" fmla="*/ 0 h 742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67155" h="742568">
                    <a:moveTo>
                      <a:pt x="1067155" y="8990"/>
                    </a:moveTo>
                    <a:lnTo>
                      <a:pt x="1067155" y="742568"/>
                    </a:lnTo>
                    <a:lnTo>
                      <a:pt x="3194" y="742568"/>
                    </a:lnTo>
                    <a:cubicBezTo>
                      <a:pt x="3194" y="498042"/>
                      <a:pt x="0" y="0"/>
                      <a:pt x="0" y="0"/>
                    </a:cubicBezTo>
                  </a:path>
                </a:pathLst>
              </a:custGeom>
              <a:noFill/>
              <a:ln>
                <a:headEnd type="triangle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418" name="TextBox 417">
            <a:extLst>
              <a:ext uri="{FF2B5EF4-FFF2-40B4-BE49-F238E27FC236}">
                <a16:creationId xmlns:a16="http://schemas.microsoft.com/office/drawing/2014/main" id="{E01342C6-0B6D-D3CE-6A9B-4AEAC51A7C22}"/>
              </a:ext>
            </a:extLst>
          </p:cNvPr>
          <p:cNvSpPr txBox="1"/>
          <p:nvPr/>
        </p:nvSpPr>
        <p:spPr>
          <a:xfrm>
            <a:off x="260629" y="66881"/>
            <a:ext cx="3962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(a)</a:t>
            </a:r>
            <a:endParaRPr lang="zh-CN" altLang="en-US" sz="1400" b="1" dirty="0"/>
          </a:p>
        </p:txBody>
      </p:sp>
      <p:cxnSp>
        <p:nvCxnSpPr>
          <p:cNvPr id="433" name="Straight Arrow Connector 432">
            <a:extLst>
              <a:ext uri="{FF2B5EF4-FFF2-40B4-BE49-F238E27FC236}">
                <a16:creationId xmlns:a16="http://schemas.microsoft.com/office/drawing/2014/main" id="{6735DCFA-0602-6FF5-1E88-7C71D8B173D8}"/>
              </a:ext>
            </a:extLst>
          </p:cNvPr>
          <p:cNvCxnSpPr>
            <a:cxnSpLocks/>
            <a:stCxn id="456" idx="2"/>
            <a:endCxn id="437" idx="0"/>
          </p:cNvCxnSpPr>
          <p:nvPr/>
        </p:nvCxnSpPr>
        <p:spPr>
          <a:xfrm>
            <a:off x="9496256" y="1024996"/>
            <a:ext cx="6460" cy="1404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38" name="Group 437">
            <a:extLst>
              <a:ext uri="{FF2B5EF4-FFF2-40B4-BE49-F238E27FC236}">
                <a16:creationId xmlns:a16="http://schemas.microsoft.com/office/drawing/2014/main" id="{AAEF922B-6891-AFA8-D634-6EEDB31C4469}"/>
              </a:ext>
            </a:extLst>
          </p:cNvPr>
          <p:cNvGrpSpPr/>
          <p:nvPr/>
        </p:nvGrpSpPr>
        <p:grpSpPr>
          <a:xfrm>
            <a:off x="8739574" y="1607185"/>
            <a:ext cx="1590881" cy="2244071"/>
            <a:chOff x="8478536" y="1856117"/>
            <a:chExt cx="1348264" cy="1733997"/>
          </a:xfrm>
        </p:grpSpPr>
        <p:grpSp>
          <p:nvGrpSpPr>
            <p:cNvPr id="424" name="Group 423">
              <a:extLst>
                <a:ext uri="{FF2B5EF4-FFF2-40B4-BE49-F238E27FC236}">
                  <a16:creationId xmlns:a16="http://schemas.microsoft.com/office/drawing/2014/main" id="{6F1DC69F-79E6-2D3C-0870-0A1D73D77B1F}"/>
                </a:ext>
              </a:extLst>
            </p:cNvPr>
            <p:cNvGrpSpPr/>
            <p:nvPr/>
          </p:nvGrpSpPr>
          <p:grpSpPr>
            <a:xfrm>
              <a:off x="8551312" y="1856117"/>
              <a:ext cx="1167365" cy="1375686"/>
              <a:chOff x="10523432" y="4369715"/>
              <a:chExt cx="624126" cy="834788"/>
            </a:xfrm>
          </p:grpSpPr>
          <p:sp>
            <p:nvSpPr>
              <p:cNvPr id="54" name="Flowchart: Manual Operation 53">
                <a:extLst>
                  <a:ext uri="{FF2B5EF4-FFF2-40B4-BE49-F238E27FC236}">
                    <a16:creationId xmlns:a16="http://schemas.microsoft.com/office/drawing/2014/main" id="{AAB3119B-6114-4DA7-F55A-931D17F014F1}"/>
                  </a:ext>
                </a:extLst>
              </p:cNvPr>
              <p:cNvSpPr/>
              <p:nvPr/>
            </p:nvSpPr>
            <p:spPr>
              <a:xfrm>
                <a:off x="10525219" y="4369715"/>
                <a:ext cx="618522" cy="361155"/>
              </a:xfrm>
              <a:prstGeom prst="flowChartManualOperation">
                <a:avLst/>
              </a:prstGeom>
              <a:solidFill>
                <a:schemeClr val="accent6">
                  <a:lumMod val="20000"/>
                  <a:lumOff val="80000"/>
                  <a:alpha val="80000"/>
                </a:schemeClr>
              </a:solidFill>
              <a:ln>
                <a:solidFill>
                  <a:schemeClr val="tx1"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5" name="Flowchart: Manual Operation 54">
                <a:extLst>
                  <a:ext uri="{FF2B5EF4-FFF2-40B4-BE49-F238E27FC236}">
                    <a16:creationId xmlns:a16="http://schemas.microsoft.com/office/drawing/2014/main" id="{98A5F899-C69E-82FF-B84D-98A10D8FF88C}"/>
                  </a:ext>
                </a:extLst>
              </p:cNvPr>
              <p:cNvSpPr/>
              <p:nvPr/>
            </p:nvSpPr>
            <p:spPr>
              <a:xfrm rot="10800000">
                <a:off x="10523432" y="4840076"/>
                <a:ext cx="624126" cy="364427"/>
              </a:xfrm>
              <a:prstGeom prst="flowChartManualOperation">
                <a:avLst/>
              </a:prstGeom>
              <a:solidFill>
                <a:schemeClr val="bg1">
                  <a:lumMod val="95000"/>
                  <a:alpha val="80000"/>
                </a:schemeClr>
              </a:solidFill>
              <a:ln>
                <a:solidFill>
                  <a:schemeClr val="bg1">
                    <a:lumMod val="75000"/>
                    <a:alpha val="6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E8021E42-ECC1-F546-6898-CBA1AA1BE632}"/>
                  </a:ext>
                </a:extLst>
              </p:cNvPr>
              <p:cNvSpPr/>
              <p:nvPr/>
            </p:nvSpPr>
            <p:spPr>
              <a:xfrm>
                <a:off x="10680409" y="4748932"/>
                <a:ext cx="276897" cy="69948"/>
              </a:xfrm>
              <a:prstGeom prst="rect">
                <a:avLst/>
              </a:prstGeom>
              <a:solidFill>
                <a:srgbClr val="FFECA9"/>
              </a:solidFill>
              <a:ln w="6350">
                <a:solidFill>
                  <a:schemeClr val="accent1">
                    <a:shade val="15000"/>
                    <a:alpha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Latent </a:t>
                </a:r>
                <a:endParaRPr lang="zh-CN" alt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25" name="TextBox 424">
              <a:extLst>
                <a:ext uri="{FF2B5EF4-FFF2-40B4-BE49-F238E27FC236}">
                  <a16:creationId xmlns:a16="http://schemas.microsoft.com/office/drawing/2014/main" id="{16EFD1A5-2AEC-2126-983D-34C37283F62B}"/>
                </a:ext>
              </a:extLst>
            </p:cNvPr>
            <p:cNvSpPr txBox="1"/>
            <p:nvPr/>
          </p:nvSpPr>
          <p:spPr>
            <a:xfrm>
              <a:off x="8516073" y="1927129"/>
              <a:ext cx="1234051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rPr>
                <a:t>Equivariant</a:t>
              </a:r>
            </a:p>
            <a:p>
              <a:pPr algn="ctr"/>
              <a:r>
                <a:rPr lang="en-US" altLang="zh-CN" sz="1200" dirty="0">
                  <a:latin typeface="Arial" panose="020B0604020202020204" pitchFamily="34" charset="0"/>
                  <a:cs typeface="Arial" panose="020B0604020202020204" pitchFamily="34" charset="0"/>
                </a:rPr>
                <a:t>CNN Stack</a:t>
              </a:r>
              <a:endParaRPr lang="zh-CN" alt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6" name="TextBox 425">
              <a:extLst>
                <a:ext uri="{FF2B5EF4-FFF2-40B4-BE49-F238E27FC236}">
                  <a16:creationId xmlns:a16="http://schemas.microsoft.com/office/drawing/2014/main" id="{79EEF144-9D2C-6C5C-8690-00EE019808BE}"/>
                </a:ext>
              </a:extLst>
            </p:cNvPr>
            <p:cNvSpPr txBox="1"/>
            <p:nvPr/>
          </p:nvSpPr>
          <p:spPr>
            <a:xfrm>
              <a:off x="8478536" y="2710170"/>
              <a:ext cx="1300527" cy="4994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chemeClr val="bg1">
                      <a:lumMod val="6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Equivariant</a:t>
              </a:r>
            </a:p>
            <a:p>
              <a:pPr algn="ctr"/>
              <a:r>
                <a:rPr lang="en-US" altLang="zh-CN" sz="1200" dirty="0">
                  <a:solidFill>
                    <a:schemeClr val="bg1">
                      <a:lumMod val="6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Transpose-CNN</a:t>
              </a:r>
            </a:p>
            <a:p>
              <a:pPr algn="ctr"/>
              <a:r>
                <a:rPr lang="en-US" altLang="zh-CN" sz="1200" dirty="0">
                  <a:solidFill>
                    <a:schemeClr val="bg1">
                      <a:lumMod val="6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Stack</a:t>
              </a:r>
              <a:endParaRPr lang="zh-CN" altLang="en-US" sz="12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5" name="Rectangle: Rounded Corners 434">
              <a:extLst>
                <a:ext uri="{FF2B5EF4-FFF2-40B4-BE49-F238E27FC236}">
                  <a16:creationId xmlns:a16="http://schemas.microsoft.com/office/drawing/2014/main" id="{F59A087D-1525-981C-673B-41C26FD7E372}"/>
                </a:ext>
              </a:extLst>
            </p:cNvPr>
            <p:cNvSpPr/>
            <p:nvPr/>
          </p:nvSpPr>
          <p:spPr>
            <a:xfrm>
              <a:off x="8619102" y="3306408"/>
              <a:ext cx="1019393" cy="283706"/>
            </a:xfrm>
            <a:prstGeom prst="roundRect">
              <a:avLst/>
            </a:prstGeom>
            <a:solidFill>
              <a:srgbClr val="FCE1E0">
                <a:alpha val="40000"/>
              </a:srgbClr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Group &amp; Global Pooling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436" name="Rectangle 107">
              <a:extLst>
                <a:ext uri="{FF2B5EF4-FFF2-40B4-BE49-F238E27FC236}">
                  <a16:creationId xmlns:a16="http://schemas.microsoft.com/office/drawing/2014/main" id="{A83E77D8-F870-9291-158A-81739CC578B2}"/>
                </a:ext>
              </a:extLst>
            </p:cNvPr>
            <p:cNvSpPr/>
            <p:nvPr/>
          </p:nvSpPr>
          <p:spPr>
            <a:xfrm rot="16200000" flipH="1">
              <a:off x="9152633" y="2790650"/>
              <a:ext cx="880904" cy="467430"/>
            </a:xfrm>
            <a:custGeom>
              <a:avLst/>
              <a:gdLst>
                <a:gd name="connsiteX0" fmla="*/ 0 w 1063961"/>
                <a:gd name="connsiteY0" fmla="*/ 0 h 733578"/>
                <a:gd name="connsiteX1" fmla="*/ 1063961 w 1063961"/>
                <a:gd name="connsiteY1" fmla="*/ 0 h 733578"/>
                <a:gd name="connsiteX2" fmla="*/ 1063961 w 1063961"/>
                <a:gd name="connsiteY2" fmla="*/ 733578 h 733578"/>
                <a:gd name="connsiteX3" fmla="*/ 0 w 1063961"/>
                <a:gd name="connsiteY3" fmla="*/ 733578 h 733578"/>
                <a:gd name="connsiteX4" fmla="*/ 0 w 1063961"/>
                <a:gd name="connsiteY4" fmla="*/ 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91440 w 1063961"/>
                <a:gd name="connsiteY3" fmla="*/ 9144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2540 w 1063961"/>
                <a:gd name="connsiteY3" fmla="*/ 49106 h 733578"/>
                <a:gd name="connsiteX0" fmla="*/ 1063961 w 1063961"/>
                <a:gd name="connsiteY0" fmla="*/ 3991 h 737569"/>
                <a:gd name="connsiteX1" fmla="*/ 1063961 w 1063961"/>
                <a:gd name="connsiteY1" fmla="*/ 737569 h 737569"/>
                <a:gd name="connsiteX2" fmla="*/ 0 w 1063961"/>
                <a:gd name="connsiteY2" fmla="*/ 737569 h 737569"/>
                <a:gd name="connsiteX3" fmla="*/ 6790 w 1063961"/>
                <a:gd name="connsiteY3" fmla="*/ 0 h 737569"/>
                <a:gd name="connsiteX0" fmla="*/ 1063961 w 1063961"/>
                <a:gd name="connsiteY0" fmla="*/ 2180 h 735758"/>
                <a:gd name="connsiteX1" fmla="*/ 1063961 w 1063961"/>
                <a:gd name="connsiteY1" fmla="*/ 735758 h 735758"/>
                <a:gd name="connsiteX2" fmla="*/ 0 w 1063961"/>
                <a:gd name="connsiteY2" fmla="*/ 735758 h 735758"/>
                <a:gd name="connsiteX3" fmla="*/ 415 w 1063961"/>
                <a:gd name="connsiteY3" fmla="*/ 0 h 735758"/>
                <a:gd name="connsiteX0" fmla="*/ 1063961 w 1063961"/>
                <a:gd name="connsiteY0" fmla="*/ 197473 h 931051"/>
                <a:gd name="connsiteX1" fmla="*/ 1063961 w 1063961"/>
                <a:gd name="connsiteY1" fmla="*/ 931051 h 931051"/>
                <a:gd name="connsiteX2" fmla="*/ 0 w 1063961"/>
                <a:gd name="connsiteY2" fmla="*/ 931051 h 931051"/>
                <a:gd name="connsiteX3" fmla="*/ 415 w 1063961"/>
                <a:gd name="connsiteY3" fmla="*/ 0 h 931051"/>
                <a:gd name="connsiteX0" fmla="*/ 1064986 w 1064986"/>
                <a:gd name="connsiteY0" fmla="*/ 407377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3186 w 1064986"/>
                <a:gd name="connsiteY0" fmla="*/ 21563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4985 w 1064986"/>
                <a:gd name="connsiteY0" fmla="*/ 92300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1758 w 1064986"/>
                <a:gd name="connsiteY0" fmla="*/ 912641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59589 w 1064986"/>
                <a:gd name="connsiteY0" fmla="*/ 694210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59589 w 1059589"/>
                <a:gd name="connsiteY0" fmla="*/ 694210 h 1181957"/>
                <a:gd name="connsiteX1" fmla="*/ 1058664 w 1059589"/>
                <a:gd name="connsiteY1" fmla="*/ 1181957 h 1181957"/>
                <a:gd name="connsiteX2" fmla="*/ 1025 w 1059589"/>
                <a:gd name="connsiteY2" fmla="*/ 1140955 h 1181957"/>
                <a:gd name="connsiteX3" fmla="*/ 0 w 1059589"/>
                <a:gd name="connsiteY3" fmla="*/ 0 h 1181957"/>
                <a:gd name="connsiteX0" fmla="*/ 1059589 w 1060774"/>
                <a:gd name="connsiteY0" fmla="*/ 694210 h 1161463"/>
                <a:gd name="connsiteX1" fmla="*/ 1060774 w 1060774"/>
                <a:gd name="connsiteY1" fmla="*/ 1161462 h 1161463"/>
                <a:gd name="connsiteX2" fmla="*/ 1025 w 1060774"/>
                <a:gd name="connsiteY2" fmla="*/ 1140955 h 1161463"/>
                <a:gd name="connsiteX3" fmla="*/ 0 w 1060774"/>
                <a:gd name="connsiteY3" fmla="*/ 0 h 1161463"/>
                <a:gd name="connsiteX0" fmla="*/ 1059589 w 1060776"/>
                <a:gd name="connsiteY0" fmla="*/ 694210 h 1187095"/>
                <a:gd name="connsiteX1" fmla="*/ 1060776 w 1060776"/>
                <a:gd name="connsiteY1" fmla="*/ 1187094 h 1187095"/>
                <a:gd name="connsiteX2" fmla="*/ 1025 w 1060776"/>
                <a:gd name="connsiteY2" fmla="*/ 1140955 h 1187095"/>
                <a:gd name="connsiteX3" fmla="*/ 0 w 1060776"/>
                <a:gd name="connsiteY3" fmla="*/ 0 h 1187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0776" h="1187095">
                  <a:moveTo>
                    <a:pt x="1059589" y="694210"/>
                  </a:moveTo>
                  <a:cubicBezTo>
                    <a:pt x="1059589" y="766860"/>
                    <a:pt x="1060776" y="1114444"/>
                    <a:pt x="1060776" y="1187094"/>
                  </a:cubicBezTo>
                  <a:cubicBezTo>
                    <a:pt x="706122" y="1187094"/>
                    <a:pt x="355679" y="1140955"/>
                    <a:pt x="1025" y="1140955"/>
                  </a:cubicBezTo>
                  <a:cubicBezTo>
                    <a:pt x="1025" y="896429"/>
                    <a:pt x="0" y="0"/>
                    <a:pt x="0" y="0"/>
                  </a:cubicBezTo>
                </a:path>
              </a:pathLst>
            </a:custGeom>
            <a:noFill/>
            <a:ln>
              <a:head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437" name="Rectangle: Rounded Corners 436">
            <a:extLst>
              <a:ext uri="{FF2B5EF4-FFF2-40B4-BE49-F238E27FC236}">
                <a16:creationId xmlns:a16="http://schemas.microsoft.com/office/drawing/2014/main" id="{C3369F67-7F4A-AC1B-4DE3-1753B8DB659C}"/>
              </a:ext>
            </a:extLst>
          </p:cNvPr>
          <p:cNvSpPr/>
          <p:nvPr/>
        </p:nvSpPr>
        <p:spPr>
          <a:xfrm>
            <a:off x="8949825" y="1165446"/>
            <a:ext cx="1105781" cy="317050"/>
          </a:xfrm>
          <a:prstGeom prst="roundRect">
            <a:avLst/>
          </a:prstGeom>
          <a:solidFill>
            <a:srgbClr val="F7FEFF">
              <a:alpha val="40000"/>
            </a:srgbClr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Prim2Wigner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439" name="Straight Arrow Connector 438">
            <a:extLst>
              <a:ext uri="{FF2B5EF4-FFF2-40B4-BE49-F238E27FC236}">
                <a16:creationId xmlns:a16="http://schemas.microsoft.com/office/drawing/2014/main" id="{E1952ECE-7367-B7E2-436C-38897E832524}"/>
              </a:ext>
            </a:extLst>
          </p:cNvPr>
          <p:cNvCxnSpPr>
            <a:cxnSpLocks/>
            <a:stCxn id="437" idx="2"/>
            <a:endCxn id="54" idx="0"/>
          </p:cNvCxnSpPr>
          <p:nvPr/>
        </p:nvCxnSpPr>
        <p:spPr>
          <a:xfrm>
            <a:off x="9502716" y="1482496"/>
            <a:ext cx="9205" cy="1246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Arrow Connector 451">
            <a:extLst>
              <a:ext uri="{FF2B5EF4-FFF2-40B4-BE49-F238E27FC236}">
                <a16:creationId xmlns:a16="http://schemas.microsoft.com/office/drawing/2014/main" id="{A792E9DD-0246-79FD-B44A-371B65FEBC7A}"/>
              </a:ext>
            </a:extLst>
          </p:cNvPr>
          <p:cNvCxnSpPr>
            <a:cxnSpLocks/>
            <a:stCxn id="435" idx="2"/>
            <a:endCxn id="462" idx="0"/>
          </p:cNvCxnSpPr>
          <p:nvPr/>
        </p:nvCxnSpPr>
        <p:spPr>
          <a:xfrm>
            <a:off x="9506849" y="3851256"/>
            <a:ext cx="5073" cy="1765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6" name="Rectangle: Rounded Corners 455">
            <a:extLst>
              <a:ext uri="{FF2B5EF4-FFF2-40B4-BE49-F238E27FC236}">
                <a16:creationId xmlns:a16="http://schemas.microsoft.com/office/drawing/2014/main" id="{B1C26E44-2E78-4C00-89CB-104C0CBB29B4}"/>
              </a:ext>
            </a:extLst>
          </p:cNvPr>
          <p:cNvSpPr/>
          <p:nvPr/>
        </p:nvSpPr>
        <p:spPr>
          <a:xfrm>
            <a:off x="8880272" y="812478"/>
            <a:ext cx="1231967" cy="212518"/>
          </a:xfrm>
          <a:prstGeom prst="roundRect">
            <a:avLst/>
          </a:prstGeom>
          <a:solidFill>
            <a:srgbClr val="FFECA9">
              <a:alpha val="40000"/>
            </a:srgbClr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</a:rPr>
              <a:t>Upsampling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62" name="Rectangle: Rounded Corners 461">
            <a:extLst>
              <a:ext uri="{FF2B5EF4-FFF2-40B4-BE49-F238E27FC236}">
                <a16:creationId xmlns:a16="http://schemas.microsoft.com/office/drawing/2014/main" id="{67401212-206A-43E1-21EA-D0D9B73DB353}"/>
              </a:ext>
            </a:extLst>
          </p:cNvPr>
          <p:cNvSpPr/>
          <p:nvPr/>
        </p:nvSpPr>
        <p:spPr>
          <a:xfrm>
            <a:off x="8894896" y="4027828"/>
            <a:ext cx="1234051" cy="415912"/>
          </a:xfrm>
          <a:prstGeom prst="roundRect">
            <a:avLst/>
          </a:prstGeom>
          <a:solidFill>
            <a:srgbClr val="C2E8F7"/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Feed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Forward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466" name="Straight Arrow Connector 465">
            <a:extLst>
              <a:ext uri="{FF2B5EF4-FFF2-40B4-BE49-F238E27FC236}">
                <a16:creationId xmlns:a16="http://schemas.microsoft.com/office/drawing/2014/main" id="{B4A5F8C0-3029-57DD-5CA9-09D4087CF54C}"/>
              </a:ext>
            </a:extLst>
          </p:cNvPr>
          <p:cNvCxnSpPr>
            <a:cxnSpLocks/>
            <a:stCxn id="462" idx="2"/>
          </p:cNvCxnSpPr>
          <p:nvPr/>
        </p:nvCxnSpPr>
        <p:spPr>
          <a:xfrm>
            <a:off x="9511922" y="4443740"/>
            <a:ext cx="0" cy="2645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70" name="TextBox 469">
                <a:extLst>
                  <a:ext uri="{FF2B5EF4-FFF2-40B4-BE49-F238E27FC236}">
                    <a16:creationId xmlns:a16="http://schemas.microsoft.com/office/drawing/2014/main" id="{1B50F32C-A2A9-EC60-09D7-8D9918C9B028}"/>
                  </a:ext>
                </a:extLst>
              </p:cNvPr>
              <p:cNvSpPr txBox="1"/>
              <p:nvPr/>
            </p:nvSpPr>
            <p:spPr>
              <a:xfrm>
                <a:off x="8783865" y="4617612"/>
                <a:ext cx="14572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400" b="1" i="1" dirty="0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altLang="zh-CN" sz="1400" b="1" i="1" dirty="0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𝑛𝑘</m:t>
                          </m:r>
                        </m:sub>
                        <m:sup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r>
                        <a:rPr lang="en-US" altLang="zh-CN" sz="1400" b="0" i="1" dirty="0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470" name="TextBox 469">
                <a:extLst>
                  <a:ext uri="{FF2B5EF4-FFF2-40B4-BE49-F238E27FC236}">
                    <a16:creationId xmlns:a16="http://schemas.microsoft.com/office/drawing/2014/main" id="{1B50F32C-A2A9-EC60-09D7-8D9918C9B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3865" y="4617612"/>
                <a:ext cx="1457241" cy="307777"/>
              </a:xfrm>
              <a:prstGeom prst="rect">
                <a:avLst/>
              </a:prstGeom>
              <a:blipFill>
                <a:blip r:embed="rId14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4" name="TextBox 473">
                <a:extLst>
                  <a:ext uri="{FF2B5EF4-FFF2-40B4-BE49-F238E27FC236}">
                    <a16:creationId xmlns:a16="http://schemas.microsoft.com/office/drawing/2014/main" id="{E0440752-5FD2-DE53-3FBD-451916B4C794}"/>
                  </a:ext>
                </a:extLst>
              </p:cNvPr>
              <p:cNvSpPr txBox="1"/>
              <p:nvPr/>
            </p:nvSpPr>
            <p:spPr>
              <a:xfrm>
                <a:off x="1850274" y="2740001"/>
                <a:ext cx="1426895" cy="4131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e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Sup>
                                <m:sSubSup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zh-CN" altLang="en-US" sz="14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𝑛𝑘</m:t>
                                  </m:r>
                                </m:sub>
                                <m:sup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p>
                              </m:sSubSup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zh-CN" alt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d>
                          <m:sSup>
                            <m:sSup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e>
                            <m:sup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altLang="zh-CN" sz="1400" b="0" i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474" name="TextBox 473">
                <a:extLst>
                  <a:ext uri="{FF2B5EF4-FFF2-40B4-BE49-F238E27FC236}">
                    <a16:creationId xmlns:a16="http://schemas.microsoft.com/office/drawing/2014/main" id="{E0440752-5FD2-DE53-3FBD-451916B4C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0274" y="2740001"/>
                <a:ext cx="1426895" cy="413190"/>
              </a:xfrm>
              <a:prstGeom prst="rect">
                <a:avLst/>
              </a:prstGeom>
              <a:blipFill>
                <a:blip r:embed="rId15"/>
                <a:stretch>
                  <a:fillRect r="-940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0" name="Straight Arrow Connector 479">
            <a:extLst>
              <a:ext uri="{FF2B5EF4-FFF2-40B4-BE49-F238E27FC236}">
                <a16:creationId xmlns:a16="http://schemas.microsoft.com/office/drawing/2014/main" id="{F2843A54-AFD1-349A-B1E7-95087E871562}"/>
              </a:ext>
            </a:extLst>
          </p:cNvPr>
          <p:cNvCxnSpPr>
            <a:cxnSpLocks/>
          </p:cNvCxnSpPr>
          <p:nvPr/>
        </p:nvCxnSpPr>
        <p:spPr>
          <a:xfrm flipH="1">
            <a:off x="9048517" y="457084"/>
            <a:ext cx="6458" cy="35539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7" name="Rectangle: Rounded Corners 486">
            <a:extLst>
              <a:ext uri="{FF2B5EF4-FFF2-40B4-BE49-F238E27FC236}">
                <a16:creationId xmlns:a16="http://schemas.microsoft.com/office/drawing/2014/main" id="{443B0D9D-97C1-6E09-7CBC-0AF8D7CB9F27}"/>
              </a:ext>
            </a:extLst>
          </p:cNvPr>
          <p:cNvSpPr/>
          <p:nvPr/>
        </p:nvSpPr>
        <p:spPr>
          <a:xfrm>
            <a:off x="1471421" y="4415894"/>
            <a:ext cx="2162393" cy="264583"/>
          </a:xfrm>
          <a:prstGeom prst="roundRect">
            <a:avLst/>
          </a:prstGeom>
          <a:solidFill>
            <a:srgbClr val="FBE1E1"/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Equivariant-VAE Embedder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88" name="Rectangle: Rounded Corners 487">
            <a:extLst>
              <a:ext uri="{FF2B5EF4-FFF2-40B4-BE49-F238E27FC236}">
                <a16:creationId xmlns:a16="http://schemas.microsoft.com/office/drawing/2014/main" id="{9A3A0655-5B26-5C57-6273-41B415B6E1D7}"/>
              </a:ext>
            </a:extLst>
          </p:cNvPr>
          <p:cNvSpPr/>
          <p:nvPr/>
        </p:nvSpPr>
        <p:spPr>
          <a:xfrm>
            <a:off x="1471422" y="3689102"/>
            <a:ext cx="2183304" cy="264583"/>
          </a:xfrm>
          <a:prstGeom prst="roundRect">
            <a:avLst/>
          </a:prstGeom>
          <a:solidFill>
            <a:srgbClr val="FEF8F8">
              <a:alpha val="60000"/>
            </a:srgbClr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Band Positional Embedder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89" name="Rectangle: Rounded Corners 488">
            <a:extLst>
              <a:ext uri="{FF2B5EF4-FFF2-40B4-BE49-F238E27FC236}">
                <a16:creationId xmlns:a16="http://schemas.microsoft.com/office/drawing/2014/main" id="{298B08D8-F17D-AF12-E7AA-380198B08A89}"/>
              </a:ext>
            </a:extLst>
          </p:cNvPr>
          <p:cNvSpPr/>
          <p:nvPr/>
        </p:nvSpPr>
        <p:spPr>
          <a:xfrm>
            <a:off x="1471421" y="4049013"/>
            <a:ext cx="2183305" cy="264583"/>
          </a:xfrm>
          <a:prstGeom prst="roundRect">
            <a:avLst/>
          </a:prstGeom>
          <a:solidFill>
            <a:srgbClr val="FEF8F8">
              <a:alpha val="60000"/>
            </a:srgbClr>
          </a:solidFill>
          <a:ln>
            <a:solidFill>
              <a:srgbClr val="39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K-space Positional Embedder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90" name="TextBox 489">
                <a:extLst>
                  <a:ext uri="{FF2B5EF4-FFF2-40B4-BE49-F238E27FC236}">
                    <a16:creationId xmlns:a16="http://schemas.microsoft.com/office/drawing/2014/main" id="{D342A171-BF50-0ADB-482E-39DFE59D41CE}"/>
                  </a:ext>
                </a:extLst>
              </p:cNvPr>
              <p:cNvSpPr txBox="1"/>
              <p:nvPr/>
            </p:nvSpPr>
            <p:spPr>
              <a:xfrm>
                <a:off x="43730" y="4400545"/>
                <a:ext cx="82372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e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1400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𝑛𝑘</m:t>
                              </m:r>
                            </m:sub>
                          </m:sSub>
                          <m:r>
                            <a:rPr lang="zh-CN" alt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d>
                          <m:sSup>
                            <m:sSup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e>
                            <m:sup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altLang="zh-CN" sz="1400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CN" sz="1400" b="0" i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90" name="TextBox 489">
                <a:extLst>
                  <a:ext uri="{FF2B5EF4-FFF2-40B4-BE49-F238E27FC236}">
                    <a16:creationId xmlns:a16="http://schemas.microsoft.com/office/drawing/2014/main" id="{D342A171-BF50-0ADB-482E-39DFE59D41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30" y="4400545"/>
                <a:ext cx="823720" cy="307777"/>
              </a:xfrm>
              <a:prstGeom prst="rect">
                <a:avLst/>
              </a:prstGeom>
              <a:blipFill>
                <a:blip r:embed="rId16"/>
                <a:stretch>
                  <a:fillRect r="-31111" b="-1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1" name="Rectangle 107">
            <a:extLst>
              <a:ext uri="{FF2B5EF4-FFF2-40B4-BE49-F238E27FC236}">
                <a16:creationId xmlns:a16="http://schemas.microsoft.com/office/drawing/2014/main" id="{DF1C7B09-2C86-954A-401F-348C62F7AD5E}"/>
              </a:ext>
            </a:extLst>
          </p:cNvPr>
          <p:cNvSpPr/>
          <p:nvPr/>
        </p:nvSpPr>
        <p:spPr>
          <a:xfrm rot="16200000" flipH="1">
            <a:off x="4012532" y="3542346"/>
            <a:ext cx="320730" cy="1026811"/>
          </a:xfrm>
          <a:custGeom>
            <a:avLst/>
            <a:gdLst>
              <a:gd name="connsiteX0" fmla="*/ 0 w 1063961"/>
              <a:gd name="connsiteY0" fmla="*/ 0 h 733578"/>
              <a:gd name="connsiteX1" fmla="*/ 1063961 w 1063961"/>
              <a:gd name="connsiteY1" fmla="*/ 0 h 733578"/>
              <a:gd name="connsiteX2" fmla="*/ 1063961 w 1063961"/>
              <a:gd name="connsiteY2" fmla="*/ 733578 h 733578"/>
              <a:gd name="connsiteX3" fmla="*/ 0 w 1063961"/>
              <a:gd name="connsiteY3" fmla="*/ 733578 h 733578"/>
              <a:gd name="connsiteX4" fmla="*/ 0 w 1063961"/>
              <a:gd name="connsiteY4" fmla="*/ 0 h 733578"/>
              <a:gd name="connsiteX0" fmla="*/ 1063961 w 1063961"/>
              <a:gd name="connsiteY0" fmla="*/ 0 h 733578"/>
              <a:gd name="connsiteX1" fmla="*/ 1063961 w 1063961"/>
              <a:gd name="connsiteY1" fmla="*/ 733578 h 733578"/>
              <a:gd name="connsiteX2" fmla="*/ 0 w 1063961"/>
              <a:gd name="connsiteY2" fmla="*/ 733578 h 733578"/>
              <a:gd name="connsiteX3" fmla="*/ 91440 w 1063961"/>
              <a:gd name="connsiteY3" fmla="*/ 91440 h 733578"/>
              <a:gd name="connsiteX0" fmla="*/ 1063961 w 1063961"/>
              <a:gd name="connsiteY0" fmla="*/ 0 h 733578"/>
              <a:gd name="connsiteX1" fmla="*/ 1063961 w 1063961"/>
              <a:gd name="connsiteY1" fmla="*/ 733578 h 733578"/>
              <a:gd name="connsiteX2" fmla="*/ 0 w 1063961"/>
              <a:gd name="connsiteY2" fmla="*/ 733578 h 733578"/>
              <a:gd name="connsiteX3" fmla="*/ 2540 w 1063961"/>
              <a:gd name="connsiteY3" fmla="*/ 49106 h 733578"/>
              <a:gd name="connsiteX0" fmla="*/ 1063961 w 1063961"/>
              <a:gd name="connsiteY0" fmla="*/ 3991 h 737569"/>
              <a:gd name="connsiteX1" fmla="*/ 1063961 w 1063961"/>
              <a:gd name="connsiteY1" fmla="*/ 737569 h 737569"/>
              <a:gd name="connsiteX2" fmla="*/ 0 w 1063961"/>
              <a:gd name="connsiteY2" fmla="*/ 737569 h 737569"/>
              <a:gd name="connsiteX3" fmla="*/ 6790 w 1063961"/>
              <a:gd name="connsiteY3" fmla="*/ 0 h 737569"/>
              <a:gd name="connsiteX0" fmla="*/ 1063961 w 1063961"/>
              <a:gd name="connsiteY0" fmla="*/ 2180 h 735758"/>
              <a:gd name="connsiteX1" fmla="*/ 1063961 w 1063961"/>
              <a:gd name="connsiteY1" fmla="*/ 735758 h 735758"/>
              <a:gd name="connsiteX2" fmla="*/ 0 w 1063961"/>
              <a:gd name="connsiteY2" fmla="*/ 735758 h 735758"/>
              <a:gd name="connsiteX3" fmla="*/ 415 w 1063961"/>
              <a:gd name="connsiteY3" fmla="*/ 0 h 735758"/>
              <a:gd name="connsiteX0" fmla="*/ 1063961 w 1063961"/>
              <a:gd name="connsiteY0" fmla="*/ 197473 h 931051"/>
              <a:gd name="connsiteX1" fmla="*/ 1063961 w 1063961"/>
              <a:gd name="connsiteY1" fmla="*/ 931051 h 931051"/>
              <a:gd name="connsiteX2" fmla="*/ 0 w 1063961"/>
              <a:gd name="connsiteY2" fmla="*/ 931051 h 931051"/>
              <a:gd name="connsiteX3" fmla="*/ 415 w 1063961"/>
              <a:gd name="connsiteY3" fmla="*/ 0 h 931051"/>
              <a:gd name="connsiteX0" fmla="*/ 1064986 w 1064986"/>
              <a:gd name="connsiteY0" fmla="*/ 407377 h 1140955"/>
              <a:gd name="connsiteX1" fmla="*/ 1064986 w 1064986"/>
              <a:gd name="connsiteY1" fmla="*/ 1140955 h 1140955"/>
              <a:gd name="connsiteX2" fmla="*/ 1025 w 1064986"/>
              <a:gd name="connsiteY2" fmla="*/ 1140955 h 1140955"/>
              <a:gd name="connsiteX3" fmla="*/ 0 w 1064986"/>
              <a:gd name="connsiteY3" fmla="*/ 0 h 1140955"/>
              <a:gd name="connsiteX0" fmla="*/ 1067155 w 1067155"/>
              <a:gd name="connsiteY0" fmla="*/ -1 h 733577"/>
              <a:gd name="connsiteX1" fmla="*/ 1067155 w 1067155"/>
              <a:gd name="connsiteY1" fmla="*/ 733577 h 733577"/>
              <a:gd name="connsiteX2" fmla="*/ 3194 w 1067155"/>
              <a:gd name="connsiteY2" fmla="*/ 733577 h 733577"/>
              <a:gd name="connsiteX3" fmla="*/ 0 w 1067155"/>
              <a:gd name="connsiteY3" fmla="*/ 84111 h 733577"/>
              <a:gd name="connsiteX0" fmla="*/ 1067155 w 1067155"/>
              <a:gd name="connsiteY0" fmla="*/ 8990 h 742568"/>
              <a:gd name="connsiteX1" fmla="*/ 1067155 w 1067155"/>
              <a:gd name="connsiteY1" fmla="*/ 742568 h 742568"/>
              <a:gd name="connsiteX2" fmla="*/ 3194 w 1067155"/>
              <a:gd name="connsiteY2" fmla="*/ 742568 h 742568"/>
              <a:gd name="connsiteX3" fmla="*/ 0 w 1067155"/>
              <a:gd name="connsiteY3" fmla="*/ 0 h 742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7155" h="742568">
                <a:moveTo>
                  <a:pt x="1067155" y="8990"/>
                </a:moveTo>
                <a:lnTo>
                  <a:pt x="1067155" y="742568"/>
                </a:lnTo>
                <a:lnTo>
                  <a:pt x="3194" y="742568"/>
                </a:lnTo>
                <a:cubicBezTo>
                  <a:pt x="3194" y="498042"/>
                  <a:pt x="0" y="0"/>
                  <a:pt x="0" y="0"/>
                </a:cubicBezTo>
              </a:path>
            </a:pathLst>
          </a:custGeom>
          <a:noFill/>
          <a:ln>
            <a:headEnd type="none"/>
            <a:tailEnd type="non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97" name="Straight Arrow Connector 496">
            <a:extLst>
              <a:ext uri="{FF2B5EF4-FFF2-40B4-BE49-F238E27FC236}">
                <a16:creationId xmlns:a16="http://schemas.microsoft.com/office/drawing/2014/main" id="{3264A474-FBA5-2E2D-C906-79BA6E8634AA}"/>
              </a:ext>
            </a:extLst>
          </p:cNvPr>
          <p:cNvCxnSpPr>
            <a:cxnSpLocks/>
          </p:cNvCxnSpPr>
          <p:nvPr/>
        </p:nvCxnSpPr>
        <p:spPr>
          <a:xfrm>
            <a:off x="4772792" y="4224308"/>
            <a:ext cx="3521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98" name="TextBox 497">
                <a:extLst>
                  <a:ext uri="{FF2B5EF4-FFF2-40B4-BE49-F238E27FC236}">
                    <a16:creationId xmlns:a16="http://schemas.microsoft.com/office/drawing/2014/main" id="{802D14E4-9547-DD72-4F69-F2AADB3B94D6}"/>
                  </a:ext>
                </a:extLst>
              </p:cNvPr>
              <p:cNvSpPr txBox="1"/>
              <p:nvPr/>
            </p:nvSpPr>
            <p:spPr>
              <a:xfrm>
                <a:off x="5252614" y="4023387"/>
                <a:ext cx="547971" cy="3207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400" b="1" i="1" dirty="0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altLang="zh-CN" sz="1400" b="1" i="1" dirty="0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1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bSup>
                      <m:r>
                        <a:rPr lang="en-US" altLang="zh-CN" sz="1400" b="0" i="1" dirty="0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498" name="TextBox 497">
                <a:extLst>
                  <a:ext uri="{FF2B5EF4-FFF2-40B4-BE49-F238E27FC236}">
                    <a16:creationId xmlns:a16="http://schemas.microsoft.com/office/drawing/2014/main" id="{802D14E4-9547-DD72-4F69-F2AADB3B94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2614" y="4023387"/>
                <a:ext cx="547971" cy="320729"/>
              </a:xfrm>
              <a:prstGeom prst="rect">
                <a:avLst/>
              </a:prstGeom>
              <a:blipFill>
                <a:blip r:embed="rId17"/>
                <a:stretch>
                  <a:fillRect b="-75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0" name="TextBox 499">
                <a:extLst>
                  <a:ext uri="{FF2B5EF4-FFF2-40B4-BE49-F238E27FC236}">
                    <a16:creationId xmlns:a16="http://schemas.microsoft.com/office/drawing/2014/main" id="{7B00E5E2-59CA-AD44-63EB-0EF93E21A268}"/>
                  </a:ext>
                </a:extLst>
              </p:cNvPr>
              <p:cNvSpPr txBox="1"/>
              <p:nvPr/>
            </p:nvSpPr>
            <p:spPr>
              <a:xfrm>
                <a:off x="803621" y="3619162"/>
                <a:ext cx="209355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CN" sz="1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altLang="zh-CN" sz="1800" b="0" i="1" dirty="0">
                  <a:latin typeface="Cambria Math" panose="02040503050406030204" pitchFamily="18" charset="0"/>
                </a:endParaRPr>
              </a:p>
              <a:p>
                <a:endParaRPr lang="zh-CN" altLang="en-US" sz="1800" dirty="0"/>
              </a:p>
            </p:txBody>
          </p:sp>
        </mc:Choice>
        <mc:Fallback>
          <p:sp>
            <p:nvSpPr>
              <p:cNvPr id="500" name="TextBox 499">
                <a:extLst>
                  <a:ext uri="{FF2B5EF4-FFF2-40B4-BE49-F238E27FC236}">
                    <a16:creationId xmlns:a16="http://schemas.microsoft.com/office/drawing/2014/main" id="{7B00E5E2-59CA-AD44-63EB-0EF93E21A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621" y="3619162"/>
                <a:ext cx="209355" cy="646331"/>
              </a:xfrm>
              <a:prstGeom prst="rect">
                <a:avLst/>
              </a:prstGeom>
              <a:blipFill>
                <a:blip r:embed="rId18"/>
                <a:stretch>
                  <a:fillRect r="-382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2" name="TextBox 501">
                <a:extLst>
                  <a:ext uri="{FF2B5EF4-FFF2-40B4-BE49-F238E27FC236}">
                    <a16:creationId xmlns:a16="http://schemas.microsoft.com/office/drawing/2014/main" id="{D47CD653-6E7C-3623-C375-B31A5CD2D658}"/>
                  </a:ext>
                </a:extLst>
              </p:cNvPr>
              <p:cNvSpPr txBox="1"/>
              <p:nvPr/>
            </p:nvSpPr>
            <p:spPr>
              <a:xfrm>
                <a:off x="780330" y="4002053"/>
                <a:ext cx="3054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8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en-US" altLang="zh-CN" sz="1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502" name="TextBox 501">
                <a:extLst>
                  <a:ext uri="{FF2B5EF4-FFF2-40B4-BE49-F238E27FC236}">
                    <a16:creationId xmlns:a16="http://schemas.microsoft.com/office/drawing/2014/main" id="{D47CD653-6E7C-3623-C375-B31A5CD2D6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330" y="4002053"/>
                <a:ext cx="305430" cy="369332"/>
              </a:xfrm>
              <a:prstGeom prst="rect">
                <a:avLst/>
              </a:prstGeom>
              <a:blipFill>
                <a:blip r:embed="rId19"/>
                <a:stretch>
                  <a:fillRect r="-6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3" name="Straight Arrow Connector 502">
            <a:extLst>
              <a:ext uri="{FF2B5EF4-FFF2-40B4-BE49-F238E27FC236}">
                <a16:creationId xmlns:a16="http://schemas.microsoft.com/office/drawing/2014/main" id="{F8668EF5-346B-0AF6-2002-3D31546E643F}"/>
              </a:ext>
            </a:extLst>
          </p:cNvPr>
          <p:cNvCxnSpPr>
            <a:cxnSpLocks/>
          </p:cNvCxnSpPr>
          <p:nvPr/>
        </p:nvCxnSpPr>
        <p:spPr>
          <a:xfrm>
            <a:off x="1112646" y="3844427"/>
            <a:ext cx="3521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Straight Arrow Connector 503">
            <a:extLst>
              <a:ext uri="{FF2B5EF4-FFF2-40B4-BE49-F238E27FC236}">
                <a16:creationId xmlns:a16="http://schemas.microsoft.com/office/drawing/2014/main" id="{0A869BDC-1A68-7BFE-9B2A-54CA458657E0}"/>
              </a:ext>
            </a:extLst>
          </p:cNvPr>
          <p:cNvCxnSpPr>
            <a:cxnSpLocks/>
          </p:cNvCxnSpPr>
          <p:nvPr/>
        </p:nvCxnSpPr>
        <p:spPr>
          <a:xfrm>
            <a:off x="1112646" y="4183751"/>
            <a:ext cx="3521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Straight Arrow Connector 504">
            <a:extLst>
              <a:ext uri="{FF2B5EF4-FFF2-40B4-BE49-F238E27FC236}">
                <a16:creationId xmlns:a16="http://schemas.microsoft.com/office/drawing/2014/main" id="{31A2EABF-2F51-5B11-812B-BC858CCA92D1}"/>
              </a:ext>
            </a:extLst>
          </p:cNvPr>
          <p:cNvCxnSpPr>
            <a:cxnSpLocks/>
          </p:cNvCxnSpPr>
          <p:nvPr/>
        </p:nvCxnSpPr>
        <p:spPr>
          <a:xfrm>
            <a:off x="1112646" y="4568782"/>
            <a:ext cx="3521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6" name="TextBox 505">
            <a:extLst>
              <a:ext uri="{FF2B5EF4-FFF2-40B4-BE49-F238E27FC236}">
                <a16:creationId xmlns:a16="http://schemas.microsoft.com/office/drawing/2014/main" id="{5FE162A5-B544-2FFE-334A-DED267386014}"/>
              </a:ext>
            </a:extLst>
          </p:cNvPr>
          <p:cNvSpPr txBox="1"/>
          <p:nvPr/>
        </p:nvSpPr>
        <p:spPr>
          <a:xfrm>
            <a:off x="8302331" y="24695"/>
            <a:ext cx="39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/>
              <a:t>(d)</a:t>
            </a:r>
            <a:endParaRPr lang="zh-CN" altLang="en-US" sz="1400" b="1" dirty="0"/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3AA4A90A-D383-EFA9-CF64-E947EB1D1704}"/>
              </a:ext>
            </a:extLst>
          </p:cNvPr>
          <p:cNvSpPr txBox="1"/>
          <p:nvPr/>
        </p:nvSpPr>
        <p:spPr>
          <a:xfrm>
            <a:off x="86338" y="3382585"/>
            <a:ext cx="396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/>
              <a:t>(e)</a:t>
            </a:r>
            <a:endParaRPr lang="zh-CN" altLang="en-US" sz="1400" b="1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BA78B91-A67A-F8A5-FF22-4103FC6ED99C}"/>
              </a:ext>
            </a:extLst>
          </p:cNvPr>
          <p:cNvCxnSpPr>
            <a:cxnSpLocks/>
          </p:cNvCxnSpPr>
          <p:nvPr/>
        </p:nvCxnSpPr>
        <p:spPr>
          <a:xfrm>
            <a:off x="3633814" y="4636620"/>
            <a:ext cx="46939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9B1C4CE-6F10-2E31-CB69-8E176A010D34}"/>
              </a:ext>
            </a:extLst>
          </p:cNvPr>
          <p:cNvSpPr txBox="1"/>
          <p:nvPr/>
        </p:nvSpPr>
        <p:spPr>
          <a:xfrm>
            <a:off x="4308865" y="3597394"/>
            <a:ext cx="10716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</a:rPr>
              <a:t>Embedder</a:t>
            </a:r>
            <a:endParaRPr lang="zh-CN" altLang="en-US" sz="1200" b="1" dirty="0">
              <a:solidFill>
                <a:schemeClr val="tx1"/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AFA753D-1FC6-DE13-E4B0-858D1870AE05}"/>
              </a:ext>
            </a:extLst>
          </p:cNvPr>
          <p:cNvGrpSpPr/>
          <p:nvPr/>
        </p:nvGrpSpPr>
        <p:grpSpPr>
          <a:xfrm>
            <a:off x="5480772" y="28190"/>
            <a:ext cx="3036280" cy="4842645"/>
            <a:chOff x="5480772" y="28190"/>
            <a:chExt cx="3036280" cy="484264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F8974CDE-A1B4-7342-2987-DF4FE2F5FA55}"/>
                </a:ext>
              </a:extLst>
            </p:cNvPr>
            <p:cNvGrpSpPr/>
            <p:nvPr/>
          </p:nvGrpSpPr>
          <p:grpSpPr>
            <a:xfrm>
              <a:off x="6130915" y="537661"/>
              <a:ext cx="1713578" cy="4000217"/>
              <a:chOff x="12738888" y="2485774"/>
              <a:chExt cx="1713578" cy="3950858"/>
            </a:xfrm>
          </p:grpSpPr>
          <p:sp>
            <p:nvSpPr>
              <p:cNvPr id="27" name="Right Triangle 26">
                <a:extLst>
                  <a:ext uri="{FF2B5EF4-FFF2-40B4-BE49-F238E27FC236}">
                    <a16:creationId xmlns:a16="http://schemas.microsoft.com/office/drawing/2014/main" id="{49CB68EF-E658-120B-E14A-87D5BFD83C0F}"/>
                  </a:ext>
                </a:extLst>
              </p:cNvPr>
              <p:cNvSpPr/>
              <p:nvPr/>
            </p:nvSpPr>
            <p:spPr>
              <a:xfrm rot="10800000">
                <a:off x="13783028" y="2491487"/>
                <a:ext cx="669438" cy="669438"/>
              </a:xfrm>
              <a:prstGeom prst="rtTriangle">
                <a:avLst/>
              </a:prstGeom>
              <a:solidFill>
                <a:srgbClr val="E1F5D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" name="Right Triangle 27">
                <a:extLst>
                  <a:ext uri="{FF2B5EF4-FFF2-40B4-BE49-F238E27FC236}">
                    <a16:creationId xmlns:a16="http://schemas.microsoft.com/office/drawing/2014/main" id="{C70B5138-56A8-75CB-BA47-9DB23F841A8C}"/>
                  </a:ext>
                </a:extLst>
              </p:cNvPr>
              <p:cNvSpPr/>
              <p:nvPr/>
            </p:nvSpPr>
            <p:spPr>
              <a:xfrm>
                <a:off x="12739957" y="5763915"/>
                <a:ext cx="669438" cy="669438"/>
              </a:xfrm>
              <a:prstGeom prst="rtTriangle">
                <a:avLst/>
              </a:prstGeom>
              <a:solidFill>
                <a:srgbClr val="E1F5D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F9241C23-D731-835C-E63E-C707888B2DED}"/>
                  </a:ext>
                </a:extLst>
              </p:cNvPr>
              <p:cNvSpPr/>
              <p:nvPr/>
            </p:nvSpPr>
            <p:spPr>
              <a:xfrm>
                <a:off x="12738888" y="2485774"/>
                <a:ext cx="1713578" cy="3950858"/>
              </a:xfrm>
              <a:prstGeom prst="roundRect">
                <a:avLst>
                  <a:gd name="adj" fmla="val 2994"/>
                </a:avLst>
              </a:prstGeom>
              <a:noFill/>
              <a:ln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7B458638-A7D9-9FA1-681B-910D0A71FE13}"/>
                </a:ext>
              </a:extLst>
            </p:cNvPr>
            <p:cNvCxnSpPr>
              <a:cxnSpLocks/>
              <a:stCxn id="199" idx="3"/>
            </p:cNvCxnSpPr>
            <p:nvPr/>
          </p:nvCxnSpPr>
          <p:spPr>
            <a:xfrm>
              <a:off x="7638607" y="3875352"/>
              <a:ext cx="45365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9" name="Rectangle: Rounded Corners 198">
              <a:extLst>
                <a:ext uri="{FF2B5EF4-FFF2-40B4-BE49-F238E27FC236}">
                  <a16:creationId xmlns:a16="http://schemas.microsoft.com/office/drawing/2014/main" id="{686A825C-C996-B499-08A9-F457E6BF3558}"/>
                </a:ext>
              </a:extLst>
            </p:cNvPr>
            <p:cNvSpPr/>
            <p:nvPr/>
          </p:nvSpPr>
          <p:spPr>
            <a:xfrm>
              <a:off x="6404556" y="3667396"/>
              <a:ext cx="1234051" cy="415912"/>
            </a:xfrm>
            <a:prstGeom prst="roundRect">
              <a:avLst/>
            </a:prstGeom>
            <a:solidFill>
              <a:srgbClr val="FFECA9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Multi-Head Self-Attention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0" name="Rectangle: Rounded Corners 199">
              <a:extLst>
                <a:ext uri="{FF2B5EF4-FFF2-40B4-BE49-F238E27FC236}">
                  <a16:creationId xmlns:a16="http://schemas.microsoft.com/office/drawing/2014/main" id="{DDA9A6CA-080B-992F-571A-D24E86235C88}"/>
                </a:ext>
              </a:extLst>
            </p:cNvPr>
            <p:cNvSpPr/>
            <p:nvPr/>
          </p:nvSpPr>
          <p:spPr>
            <a:xfrm>
              <a:off x="6464547" y="3244421"/>
              <a:ext cx="1105781" cy="264583"/>
            </a:xfrm>
            <a:prstGeom prst="roundRect">
              <a:avLst/>
            </a:prstGeom>
            <a:solidFill>
              <a:srgbClr val="C7E8AC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Add &amp; Norm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3" name="Rectangle 107">
              <a:extLst>
                <a:ext uri="{FF2B5EF4-FFF2-40B4-BE49-F238E27FC236}">
                  <a16:creationId xmlns:a16="http://schemas.microsoft.com/office/drawing/2014/main" id="{6CCCE0BD-52A7-75BD-137B-0ABA1A191023}"/>
                </a:ext>
              </a:extLst>
            </p:cNvPr>
            <p:cNvSpPr/>
            <p:nvPr/>
          </p:nvSpPr>
          <p:spPr>
            <a:xfrm rot="16200000">
              <a:off x="6860466" y="3513709"/>
              <a:ext cx="1012979" cy="699033"/>
            </a:xfrm>
            <a:custGeom>
              <a:avLst/>
              <a:gdLst>
                <a:gd name="connsiteX0" fmla="*/ 0 w 1063961"/>
                <a:gd name="connsiteY0" fmla="*/ 0 h 733578"/>
                <a:gd name="connsiteX1" fmla="*/ 1063961 w 1063961"/>
                <a:gd name="connsiteY1" fmla="*/ 0 h 733578"/>
                <a:gd name="connsiteX2" fmla="*/ 1063961 w 1063961"/>
                <a:gd name="connsiteY2" fmla="*/ 733578 h 733578"/>
                <a:gd name="connsiteX3" fmla="*/ 0 w 1063961"/>
                <a:gd name="connsiteY3" fmla="*/ 733578 h 733578"/>
                <a:gd name="connsiteX4" fmla="*/ 0 w 1063961"/>
                <a:gd name="connsiteY4" fmla="*/ 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91440 w 1063961"/>
                <a:gd name="connsiteY3" fmla="*/ 9144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2540 w 1063961"/>
                <a:gd name="connsiteY3" fmla="*/ 49106 h 733578"/>
                <a:gd name="connsiteX0" fmla="*/ 1063961 w 1063961"/>
                <a:gd name="connsiteY0" fmla="*/ 3991 h 737569"/>
                <a:gd name="connsiteX1" fmla="*/ 1063961 w 1063961"/>
                <a:gd name="connsiteY1" fmla="*/ 737569 h 737569"/>
                <a:gd name="connsiteX2" fmla="*/ 0 w 1063961"/>
                <a:gd name="connsiteY2" fmla="*/ 737569 h 737569"/>
                <a:gd name="connsiteX3" fmla="*/ 6790 w 1063961"/>
                <a:gd name="connsiteY3" fmla="*/ 0 h 737569"/>
                <a:gd name="connsiteX0" fmla="*/ 1063961 w 1063961"/>
                <a:gd name="connsiteY0" fmla="*/ 2180 h 735758"/>
                <a:gd name="connsiteX1" fmla="*/ 1063961 w 1063961"/>
                <a:gd name="connsiteY1" fmla="*/ 735758 h 735758"/>
                <a:gd name="connsiteX2" fmla="*/ 0 w 1063961"/>
                <a:gd name="connsiteY2" fmla="*/ 735758 h 735758"/>
                <a:gd name="connsiteX3" fmla="*/ 415 w 1063961"/>
                <a:gd name="connsiteY3" fmla="*/ 0 h 735758"/>
                <a:gd name="connsiteX0" fmla="*/ 1063961 w 1063961"/>
                <a:gd name="connsiteY0" fmla="*/ 197473 h 931051"/>
                <a:gd name="connsiteX1" fmla="*/ 1063961 w 1063961"/>
                <a:gd name="connsiteY1" fmla="*/ 931051 h 931051"/>
                <a:gd name="connsiteX2" fmla="*/ 0 w 1063961"/>
                <a:gd name="connsiteY2" fmla="*/ 931051 h 931051"/>
                <a:gd name="connsiteX3" fmla="*/ 415 w 1063961"/>
                <a:gd name="connsiteY3" fmla="*/ 0 h 931051"/>
                <a:gd name="connsiteX0" fmla="*/ 1064986 w 1064986"/>
                <a:gd name="connsiteY0" fmla="*/ 407377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3186 w 1064986"/>
                <a:gd name="connsiteY0" fmla="*/ 21563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4985 w 1064986"/>
                <a:gd name="connsiteY0" fmla="*/ 92300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1758 w 1064986"/>
                <a:gd name="connsiteY0" fmla="*/ 912641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4986" h="1140955">
                  <a:moveTo>
                    <a:pt x="1061758" y="912641"/>
                  </a:moveTo>
                  <a:cubicBezTo>
                    <a:pt x="1061758" y="985291"/>
                    <a:pt x="1064986" y="1068305"/>
                    <a:pt x="1064986" y="1140955"/>
                  </a:cubicBezTo>
                  <a:lnTo>
                    <a:pt x="1025" y="1140955"/>
                  </a:lnTo>
                  <a:cubicBezTo>
                    <a:pt x="1025" y="896429"/>
                    <a:pt x="0" y="0"/>
                    <a:pt x="0" y="0"/>
                  </a:cubicBezTo>
                </a:path>
              </a:pathLst>
            </a:custGeom>
            <a:noFill/>
            <a:ln>
              <a:head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D649F919-6939-6658-FF3B-33963A645E95}"/>
                </a:ext>
              </a:extLst>
            </p:cNvPr>
            <p:cNvGrpSpPr/>
            <p:nvPr/>
          </p:nvGrpSpPr>
          <p:grpSpPr>
            <a:xfrm>
              <a:off x="6636105" y="4083303"/>
              <a:ext cx="780788" cy="510123"/>
              <a:chOff x="5219935" y="5299684"/>
              <a:chExt cx="780788" cy="430699"/>
            </a:xfrm>
          </p:grpSpPr>
          <p:cxnSp>
            <p:nvCxnSpPr>
              <p:cNvPr id="213" name="Straight Arrow Connector 212">
                <a:extLst>
                  <a:ext uri="{FF2B5EF4-FFF2-40B4-BE49-F238E27FC236}">
                    <a16:creationId xmlns:a16="http://schemas.microsoft.com/office/drawing/2014/main" id="{FC162882-DE10-8183-2D52-E485B9F3868C}"/>
                  </a:ext>
                </a:extLst>
              </p:cNvPr>
              <p:cNvCxnSpPr>
                <a:cxnSpLocks/>
                <a:endCxn id="199" idx="2"/>
              </p:cNvCxnSpPr>
              <p:nvPr/>
            </p:nvCxnSpPr>
            <p:spPr>
              <a:xfrm flipH="1" flipV="1">
                <a:off x="5605412" y="5299684"/>
                <a:ext cx="1119" cy="43069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4" name="Rectangle 107">
                <a:extLst>
                  <a:ext uri="{FF2B5EF4-FFF2-40B4-BE49-F238E27FC236}">
                    <a16:creationId xmlns:a16="http://schemas.microsoft.com/office/drawing/2014/main" id="{DBDD3659-1DBC-F761-1518-3AB3D04383F7}"/>
                  </a:ext>
                </a:extLst>
              </p:cNvPr>
              <p:cNvSpPr/>
              <p:nvPr/>
            </p:nvSpPr>
            <p:spPr>
              <a:xfrm>
                <a:off x="5219935" y="5304263"/>
                <a:ext cx="780788" cy="165584"/>
              </a:xfrm>
              <a:custGeom>
                <a:avLst/>
                <a:gdLst>
                  <a:gd name="connsiteX0" fmla="*/ 0 w 1063961"/>
                  <a:gd name="connsiteY0" fmla="*/ 0 h 733578"/>
                  <a:gd name="connsiteX1" fmla="*/ 1063961 w 1063961"/>
                  <a:gd name="connsiteY1" fmla="*/ 0 h 733578"/>
                  <a:gd name="connsiteX2" fmla="*/ 1063961 w 1063961"/>
                  <a:gd name="connsiteY2" fmla="*/ 733578 h 733578"/>
                  <a:gd name="connsiteX3" fmla="*/ 0 w 1063961"/>
                  <a:gd name="connsiteY3" fmla="*/ 733578 h 733578"/>
                  <a:gd name="connsiteX4" fmla="*/ 0 w 1063961"/>
                  <a:gd name="connsiteY4" fmla="*/ 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91440 w 1063961"/>
                  <a:gd name="connsiteY3" fmla="*/ 9144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2540 w 1063961"/>
                  <a:gd name="connsiteY3" fmla="*/ 49106 h 733578"/>
                  <a:gd name="connsiteX0" fmla="*/ 1063961 w 1063961"/>
                  <a:gd name="connsiteY0" fmla="*/ 3991 h 737569"/>
                  <a:gd name="connsiteX1" fmla="*/ 1063961 w 1063961"/>
                  <a:gd name="connsiteY1" fmla="*/ 737569 h 737569"/>
                  <a:gd name="connsiteX2" fmla="*/ 0 w 1063961"/>
                  <a:gd name="connsiteY2" fmla="*/ 737569 h 737569"/>
                  <a:gd name="connsiteX3" fmla="*/ 6790 w 1063961"/>
                  <a:gd name="connsiteY3" fmla="*/ 0 h 737569"/>
                  <a:gd name="connsiteX0" fmla="*/ 1063961 w 1063961"/>
                  <a:gd name="connsiteY0" fmla="*/ 2180 h 735758"/>
                  <a:gd name="connsiteX1" fmla="*/ 1063961 w 1063961"/>
                  <a:gd name="connsiteY1" fmla="*/ 735758 h 735758"/>
                  <a:gd name="connsiteX2" fmla="*/ 0 w 1063961"/>
                  <a:gd name="connsiteY2" fmla="*/ 735758 h 735758"/>
                  <a:gd name="connsiteX3" fmla="*/ 415 w 1063961"/>
                  <a:gd name="connsiteY3" fmla="*/ 0 h 735758"/>
                  <a:gd name="connsiteX0" fmla="*/ 1063961 w 1063961"/>
                  <a:gd name="connsiteY0" fmla="*/ 197473 h 931051"/>
                  <a:gd name="connsiteX1" fmla="*/ 1063961 w 1063961"/>
                  <a:gd name="connsiteY1" fmla="*/ 931051 h 931051"/>
                  <a:gd name="connsiteX2" fmla="*/ 0 w 1063961"/>
                  <a:gd name="connsiteY2" fmla="*/ 931051 h 931051"/>
                  <a:gd name="connsiteX3" fmla="*/ 415 w 1063961"/>
                  <a:gd name="connsiteY3" fmla="*/ 0 h 931051"/>
                  <a:gd name="connsiteX0" fmla="*/ 1064986 w 1064986"/>
                  <a:gd name="connsiteY0" fmla="*/ 407377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  <a:gd name="connsiteX0" fmla="*/ 1067155 w 1067155"/>
                  <a:gd name="connsiteY0" fmla="*/ -1 h 733577"/>
                  <a:gd name="connsiteX1" fmla="*/ 1067155 w 1067155"/>
                  <a:gd name="connsiteY1" fmla="*/ 733577 h 733577"/>
                  <a:gd name="connsiteX2" fmla="*/ 3194 w 1067155"/>
                  <a:gd name="connsiteY2" fmla="*/ 733577 h 733577"/>
                  <a:gd name="connsiteX3" fmla="*/ 0 w 1067155"/>
                  <a:gd name="connsiteY3" fmla="*/ 84111 h 733577"/>
                  <a:gd name="connsiteX0" fmla="*/ 1067155 w 1067155"/>
                  <a:gd name="connsiteY0" fmla="*/ 8990 h 742568"/>
                  <a:gd name="connsiteX1" fmla="*/ 1067155 w 1067155"/>
                  <a:gd name="connsiteY1" fmla="*/ 742568 h 742568"/>
                  <a:gd name="connsiteX2" fmla="*/ 3194 w 1067155"/>
                  <a:gd name="connsiteY2" fmla="*/ 742568 h 742568"/>
                  <a:gd name="connsiteX3" fmla="*/ 0 w 1067155"/>
                  <a:gd name="connsiteY3" fmla="*/ 0 h 742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67155" h="742568">
                    <a:moveTo>
                      <a:pt x="1067155" y="8990"/>
                    </a:moveTo>
                    <a:lnTo>
                      <a:pt x="1067155" y="742568"/>
                    </a:lnTo>
                    <a:lnTo>
                      <a:pt x="3194" y="742568"/>
                    </a:lnTo>
                    <a:cubicBezTo>
                      <a:pt x="3194" y="498042"/>
                      <a:pt x="0" y="0"/>
                      <a:pt x="0" y="0"/>
                    </a:cubicBezTo>
                  </a:path>
                </a:pathLst>
              </a:custGeom>
              <a:noFill/>
              <a:ln>
                <a:headEnd type="triangle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502A95F8-0D56-5C63-1F9D-D87490D59793}"/>
                </a:ext>
              </a:extLst>
            </p:cNvPr>
            <p:cNvCxnSpPr>
              <a:cxnSpLocks/>
              <a:stCxn id="199" idx="0"/>
              <a:endCxn id="200" idx="2"/>
            </p:cNvCxnSpPr>
            <p:nvPr/>
          </p:nvCxnSpPr>
          <p:spPr>
            <a:xfrm flipH="1" flipV="1">
              <a:off x="7017438" y="3509004"/>
              <a:ext cx="4144" cy="1583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7" name="Rectangle: Rounded Corners 206">
              <a:extLst>
                <a:ext uri="{FF2B5EF4-FFF2-40B4-BE49-F238E27FC236}">
                  <a16:creationId xmlns:a16="http://schemas.microsoft.com/office/drawing/2014/main" id="{B960276B-FAB9-3501-2064-FB6B5DB0FB4B}"/>
                </a:ext>
              </a:extLst>
            </p:cNvPr>
            <p:cNvSpPr/>
            <p:nvPr/>
          </p:nvSpPr>
          <p:spPr>
            <a:xfrm>
              <a:off x="6383094" y="2509109"/>
              <a:ext cx="1279214" cy="415912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Multi-Head Cross-Attention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8" name="Rectangle: Rounded Corners 207">
              <a:extLst>
                <a:ext uri="{FF2B5EF4-FFF2-40B4-BE49-F238E27FC236}">
                  <a16:creationId xmlns:a16="http://schemas.microsoft.com/office/drawing/2014/main" id="{D11952AC-A4B7-46AB-390E-CD71C7B31B03}"/>
                </a:ext>
              </a:extLst>
            </p:cNvPr>
            <p:cNvSpPr/>
            <p:nvPr/>
          </p:nvSpPr>
          <p:spPr>
            <a:xfrm>
              <a:off x="6472986" y="2086134"/>
              <a:ext cx="1105781" cy="264583"/>
            </a:xfrm>
            <a:prstGeom prst="roundRect">
              <a:avLst/>
            </a:prstGeom>
            <a:solidFill>
              <a:srgbClr val="C7E8AC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Add &amp; Norm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9" name="Rectangle 107">
              <a:extLst>
                <a:ext uri="{FF2B5EF4-FFF2-40B4-BE49-F238E27FC236}">
                  <a16:creationId xmlns:a16="http://schemas.microsoft.com/office/drawing/2014/main" id="{5256C934-D13C-1664-852E-DE83E5413285}"/>
                </a:ext>
              </a:extLst>
            </p:cNvPr>
            <p:cNvSpPr/>
            <p:nvPr/>
          </p:nvSpPr>
          <p:spPr>
            <a:xfrm rot="16200000">
              <a:off x="6919075" y="2369025"/>
              <a:ext cx="912642" cy="699033"/>
            </a:xfrm>
            <a:custGeom>
              <a:avLst/>
              <a:gdLst>
                <a:gd name="connsiteX0" fmla="*/ 0 w 1063961"/>
                <a:gd name="connsiteY0" fmla="*/ 0 h 733578"/>
                <a:gd name="connsiteX1" fmla="*/ 1063961 w 1063961"/>
                <a:gd name="connsiteY1" fmla="*/ 0 h 733578"/>
                <a:gd name="connsiteX2" fmla="*/ 1063961 w 1063961"/>
                <a:gd name="connsiteY2" fmla="*/ 733578 h 733578"/>
                <a:gd name="connsiteX3" fmla="*/ 0 w 1063961"/>
                <a:gd name="connsiteY3" fmla="*/ 733578 h 733578"/>
                <a:gd name="connsiteX4" fmla="*/ 0 w 1063961"/>
                <a:gd name="connsiteY4" fmla="*/ 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91440 w 1063961"/>
                <a:gd name="connsiteY3" fmla="*/ 9144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2540 w 1063961"/>
                <a:gd name="connsiteY3" fmla="*/ 49106 h 733578"/>
                <a:gd name="connsiteX0" fmla="*/ 1063961 w 1063961"/>
                <a:gd name="connsiteY0" fmla="*/ 3991 h 737569"/>
                <a:gd name="connsiteX1" fmla="*/ 1063961 w 1063961"/>
                <a:gd name="connsiteY1" fmla="*/ 737569 h 737569"/>
                <a:gd name="connsiteX2" fmla="*/ 0 w 1063961"/>
                <a:gd name="connsiteY2" fmla="*/ 737569 h 737569"/>
                <a:gd name="connsiteX3" fmla="*/ 6790 w 1063961"/>
                <a:gd name="connsiteY3" fmla="*/ 0 h 737569"/>
                <a:gd name="connsiteX0" fmla="*/ 1063961 w 1063961"/>
                <a:gd name="connsiteY0" fmla="*/ 2180 h 735758"/>
                <a:gd name="connsiteX1" fmla="*/ 1063961 w 1063961"/>
                <a:gd name="connsiteY1" fmla="*/ 735758 h 735758"/>
                <a:gd name="connsiteX2" fmla="*/ 0 w 1063961"/>
                <a:gd name="connsiteY2" fmla="*/ 735758 h 735758"/>
                <a:gd name="connsiteX3" fmla="*/ 415 w 1063961"/>
                <a:gd name="connsiteY3" fmla="*/ 0 h 735758"/>
                <a:gd name="connsiteX0" fmla="*/ 1063961 w 1063961"/>
                <a:gd name="connsiteY0" fmla="*/ 197473 h 931051"/>
                <a:gd name="connsiteX1" fmla="*/ 1063961 w 1063961"/>
                <a:gd name="connsiteY1" fmla="*/ 931051 h 931051"/>
                <a:gd name="connsiteX2" fmla="*/ 0 w 1063961"/>
                <a:gd name="connsiteY2" fmla="*/ 931051 h 931051"/>
                <a:gd name="connsiteX3" fmla="*/ 415 w 1063961"/>
                <a:gd name="connsiteY3" fmla="*/ 0 h 931051"/>
                <a:gd name="connsiteX0" fmla="*/ 1064986 w 1064986"/>
                <a:gd name="connsiteY0" fmla="*/ 407377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3186 w 1064986"/>
                <a:gd name="connsiteY0" fmla="*/ 21563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4985 w 1064986"/>
                <a:gd name="connsiteY0" fmla="*/ 92300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1758 w 1064986"/>
                <a:gd name="connsiteY0" fmla="*/ 912641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4986" h="1140955">
                  <a:moveTo>
                    <a:pt x="1061758" y="912641"/>
                  </a:moveTo>
                  <a:cubicBezTo>
                    <a:pt x="1061758" y="985291"/>
                    <a:pt x="1064986" y="1068305"/>
                    <a:pt x="1064986" y="1140955"/>
                  </a:cubicBezTo>
                  <a:lnTo>
                    <a:pt x="1025" y="1140955"/>
                  </a:lnTo>
                  <a:cubicBezTo>
                    <a:pt x="1025" y="896429"/>
                    <a:pt x="0" y="0"/>
                    <a:pt x="0" y="0"/>
                  </a:cubicBezTo>
                </a:path>
              </a:pathLst>
            </a:custGeom>
            <a:noFill/>
            <a:ln>
              <a:head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EB4BE956-65CE-6A95-E6DB-5B5EB58E08CF}"/>
                </a:ext>
              </a:extLst>
            </p:cNvPr>
            <p:cNvCxnSpPr>
              <a:cxnSpLocks/>
              <a:stCxn id="207" idx="0"/>
              <a:endCxn id="208" idx="2"/>
            </p:cNvCxnSpPr>
            <p:nvPr/>
          </p:nvCxnSpPr>
          <p:spPr>
            <a:xfrm flipV="1">
              <a:off x="7022701" y="2350717"/>
              <a:ext cx="3176" cy="1583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Arrow Connector 210">
              <a:extLst>
                <a:ext uri="{FF2B5EF4-FFF2-40B4-BE49-F238E27FC236}">
                  <a16:creationId xmlns:a16="http://schemas.microsoft.com/office/drawing/2014/main" id="{D8A7722D-ED58-82A0-008F-23BC1E5AFCF7}"/>
                </a:ext>
              </a:extLst>
            </p:cNvPr>
            <p:cNvCxnSpPr>
              <a:cxnSpLocks/>
              <a:stCxn id="200" idx="0"/>
            </p:cNvCxnSpPr>
            <p:nvPr/>
          </p:nvCxnSpPr>
          <p:spPr>
            <a:xfrm flipV="1">
              <a:off x="7017438" y="3105013"/>
              <a:ext cx="0" cy="139408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Arrow Connector 230">
              <a:extLst>
                <a:ext uri="{FF2B5EF4-FFF2-40B4-BE49-F238E27FC236}">
                  <a16:creationId xmlns:a16="http://schemas.microsoft.com/office/drawing/2014/main" id="{932E064F-B3D0-20ED-3CFE-F7D118F601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6955" y="2929433"/>
              <a:ext cx="0" cy="1755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2901637A-41EC-3784-541D-08A2E4C423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9495" y="3107153"/>
              <a:ext cx="35979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0" name="Group 249">
              <a:extLst>
                <a:ext uri="{FF2B5EF4-FFF2-40B4-BE49-F238E27FC236}">
                  <a16:creationId xmlns:a16="http://schemas.microsoft.com/office/drawing/2014/main" id="{442D6062-D196-AB41-379E-D6198C91D5A3}"/>
                </a:ext>
              </a:extLst>
            </p:cNvPr>
            <p:cNvGrpSpPr/>
            <p:nvPr/>
          </p:nvGrpSpPr>
          <p:grpSpPr>
            <a:xfrm>
              <a:off x="6082575" y="2916296"/>
              <a:ext cx="922158" cy="134175"/>
              <a:chOff x="4845136" y="3922908"/>
              <a:chExt cx="1128540" cy="134175"/>
            </a:xfrm>
          </p:grpSpPr>
          <p:sp>
            <p:nvSpPr>
              <p:cNvPr id="227" name="Rectangle 107">
                <a:extLst>
                  <a:ext uri="{FF2B5EF4-FFF2-40B4-BE49-F238E27FC236}">
                    <a16:creationId xmlns:a16="http://schemas.microsoft.com/office/drawing/2014/main" id="{8726E3A4-BFCC-D6D0-19B0-3CC4892B0846}"/>
                  </a:ext>
                </a:extLst>
              </p:cNvPr>
              <p:cNvSpPr/>
              <p:nvPr/>
            </p:nvSpPr>
            <p:spPr>
              <a:xfrm>
                <a:off x="5535913" y="3922908"/>
                <a:ext cx="437763" cy="134175"/>
              </a:xfrm>
              <a:custGeom>
                <a:avLst/>
                <a:gdLst>
                  <a:gd name="connsiteX0" fmla="*/ 0 w 1063961"/>
                  <a:gd name="connsiteY0" fmla="*/ 0 h 733578"/>
                  <a:gd name="connsiteX1" fmla="*/ 1063961 w 1063961"/>
                  <a:gd name="connsiteY1" fmla="*/ 0 h 733578"/>
                  <a:gd name="connsiteX2" fmla="*/ 1063961 w 1063961"/>
                  <a:gd name="connsiteY2" fmla="*/ 733578 h 733578"/>
                  <a:gd name="connsiteX3" fmla="*/ 0 w 1063961"/>
                  <a:gd name="connsiteY3" fmla="*/ 733578 h 733578"/>
                  <a:gd name="connsiteX4" fmla="*/ 0 w 1063961"/>
                  <a:gd name="connsiteY4" fmla="*/ 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91440 w 1063961"/>
                  <a:gd name="connsiteY3" fmla="*/ 9144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2540 w 1063961"/>
                  <a:gd name="connsiteY3" fmla="*/ 49106 h 733578"/>
                  <a:gd name="connsiteX0" fmla="*/ 1063961 w 1063961"/>
                  <a:gd name="connsiteY0" fmla="*/ 3991 h 737569"/>
                  <a:gd name="connsiteX1" fmla="*/ 1063961 w 1063961"/>
                  <a:gd name="connsiteY1" fmla="*/ 737569 h 737569"/>
                  <a:gd name="connsiteX2" fmla="*/ 0 w 1063961"/>
                  <a:gd name="connsiteY2" fmla="*/ 737569 h 737569"/>
                  <a:gd name="connsiteX3" fmla="*/ 6790 w 1063961"/>
                  <a:gd name="connsiteY3" fmla="*/ 0 h 737569"/>
                  <a:gd name="connsiteX0" fmla="*/ 1063961 w 1063961"/>
                  <a:gd name="connsiteY0" fmla="*/ 2180 h 735758"/>
                  <a:gd name="connsiteX1" fmla="*/ 1063961 w 1063961"/>
                  <a:gd name="connsiteY1" fmla="*/ 735758 h 735758"/>
                  <a:gd name="connsiteX2" fmla="*/ 0 w 1063961"/>
                  <a:gd name="connsiteY2" fmla="*/ 735758 h 735758"/>
                  <a:gd name="connsiteX3" fmla="*/ 415 w 1063961"/>
                  <a:gd name="connsiteY3" fmla="*/ 0 h 735758"/>
                  <a:gd name="connsiteX0" fmla="*/ 1063961 w 1063961"/>
                  <a:gd name="connsiteY0" fmla="*/ 197473 h 931051"/>
                  <a:gd name="connsiteX1" fmla="*/ 1063961 w 1063961"/>
                  <a:gd name="connsiteY1" fmla="*/ 931051 h 931051"/>
                  <a:gd name="connsiteX2" fmla="*/ 0 w 1063961"/>
                  <a:gd name="connsiteY2" fmla="*/ 931051 h 931051"/>
                  <a:gd name="connsiteX3" fmla="*/ 415 w 1063961"/>
                  <a:gd name="connsiteY3" fmla="*/ 0 h 931051"/>
                  <a:gd name="connsiteX0" fmla="*/ 1064986 w 1064986"/>
                  <a:gd name="connsiteY0" fmla="*/ 407377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  <a:gd name="connsiteX0" fmla="*/ 1067155 w 1067155"/>
                  <a:gd name="connsiteY0" fmla="*/ -1 h 733577"/>
                  <a:gd name="connsiteX1" fmla="*/ 1067155 w 1067155"/>
                  <a:gd name="connsiteY1" fmla="*/ 733577 h 733577"/>
                  <a:gd name="connsiteX2" fmla="*/ 3194 w 1067155"/>
                  <a:gd name="connsiteY2" fmla="*/ 733577 h 733577"/>
                  <a:gd name="connsiteX3" fmla="*/ 0 w 1067155"/>
                  <a:gd name="connsiteY3" fmla="*/ 84111 h 733577"/>
                  <a:gd name="connsiteX0" fmla="*/ 1067155 w 1067155"/>
                  <a:gd name="connsiteY0" fmla="*/ 8990 h 742568"/>
                  <a:gd name="connsiteX1" fmla="*/ 1067155 w 1067155"/>
                  <a:gd name="connsiteY1" fmla="*/ 742568 h 742568"/>
                  <a:gd name="connsiteX2" fmla="*/ 3194 w 1067155"/>
                  <a:gd name="connsiteY2" fmla="*/ 742568 h 742568"/>
                  <a:gd name="connsiteX3" fmla="*/ 0 w 1067155"/>
                  <a:gd name="connsiteY3" fmla="*/ 0 h 742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67155" h="742568">
                    <a:moveTo>
                      <a:pt x="1067155" y="8990"/>
                    </a:moveTo>
                    <a:lnTo>
                      <a:pt x="1067155" y="742568"/>
                    </a:lnTo>
                    <a:lnTo>
                      <a:pt x="3194" y="742568"/>
                    </a:lnTo>
                    <a:cubicBezTo>
                      <a:pt x="3194" y="498042"/>
                      <a:pt x="0" y="0"/>
                      <a:pt x="0" y="0"/>
                    </a:cubicBezTo>
                  </a:path>
                </a:pathLst>
              </a:custGeom>
              <a:noFill/>
              <a:ln>
                <a:headEnd type="triangle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289AF0CE-DB4F-C997-ABFC-2A36560EE9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5136" y="4056553"/>
                <a:ext cx="761124" cy="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2" name="Rectangle: Rounded Corners 251">
              <a:extLst>
                <a:ext uri="{FF2B5EF4-FFF2-40B4-BE49-F238E27FC236}">
                  <a16:creationId xmlns:a16="http://schemas.microsoft.com/office/drawing/2014/main" id="{AB3D5EFD-F830-80A3-A619-DE8D0D125F99}"/>
                </a:ext>
              </a:extLst>
            </p:cNvPr>
            <p:cNvSpPr/>
            <p:nvPr/>
          </p:nvSpPr>
          <p:spPr>
            <a:xfrm>
              <a:off x="6404556" y="1412478"/>
              <a:ext cx="1234051" cy="415912"/>
            </a:xfrm>
            <a:prstGeom prst="roundRect">
              <a:avLst/>
            </a:prstGeom>
            <a:solidFill>
              <a:srgbClr val="C2E8F7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Feed</a:t>
              </a:r>
            </a:p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Forward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3" name="Rectangle: Rounded Corners 252">
              <a:extLst>
                <a:ext uri="{FF2B5EF4-FFF2-40B4-BE49-F238E27FC236}">
                  <a16:creationId xmlns:a16="http://schemas.microsoft.com/office/drawing/2014/main" id="{92320143-ABD8-45CE-CAFF-CDC81B07F37D}"/>
                </a:ext>
              </a:extLst>
            </p:cNvPr>
            <p:cNvSpPr/>
            <p:nvPr/>
          </p:nvSpPr>
          <p:spPr>
            <a:xfrm>
              <a:off x="6464547" y="989503"/>
              <a:ext cx="1105781" cy="264583"/>
            </a:xfrm>
            <a:prstGeom prst="roundRect">
              <a:avLst/>
            </a:prstGeom>
            <a:solidFill>
              <a:srgbClr val="C7E8AC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Add &amp; Norm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4" name="Rectangle 107">
              <a:extLst>
                <a:ext uri="{FF2B5EF4-FFF2-40B4-BE49-F238E27FC236}">
                  <a16:creationId xmlns:a16="http://schemas.microsoft.com/office/drawing/2014/main" id="{B1AD85E8-F85E-21E1-FA50-09C4BACD9ED7}"/>
                </a:ext>
              </a:extLst>
            </p:cNvPr>
            <p:cNvSpPr/>
            <p:nvPr/>
          </p:nvSpPr>
          <p:spPr>
            <a:xfrm rot="16200000">
              <a:off x="6931632" y="1187624"/>
              <a:ext cx="870648" cy="699033"/>
            </a:xfrm>
            <a:custGeom>
              <a:avLst/>
              <a:gdLst>
                <a:gd name="connsiteX0" fmla="*/ 0 w 1063961"/>
                <a:gd name="connsiteY0" fmla="*/ 0 h 733578"/>
                <a:gd name="connsiteX1" fmla="*/ 1063961 w 1063961"/>
                <a:gd name="connsiteY1" fmla="*/ 0 h 733578"/>
                <a:gd name="connsiteX2" fmla="*/ 1063961 w 1063961"/>
                <a:gd name="connsiteY2" fmla="*/ 733578 h 733578"/>
                <a:gd name="connsiteX3" fmla="*/ 0 w 1063961"/>
                <a:gd name="connsiteY3" fmla="*/ 733578 h 733578"/>
                <a:gd name="connsiteX4" fmla="*/ 0 w 1063961"/>
                <a:gd name="connsiteY4" fmla="*/ 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91440 w 1063961"/>
                <a:gd name="connsiteY3" fmla="*/ 9144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2540 w 1063961"/>
                <a:gd name="connsiteY3" fmla="*/ 49106 h 733578"/>
                <a:gd name="connsiteX0" fmla="*/ 1063961 w 1063961"/>
                <a:gd name="connsiteY0" fmla="*/ 3991 h 737569"/>
                <a:gd name="connsiteX1" fmla="*/ 1063961 w 1063961"/>
                <a:gd name="connsiteY1" fmla="*/ 737569 h 737569"/>
                <a:gd name="connsiteX2" fmla="*/ 0 w 1063961"/>
                <a:gd name="connsiteY2" fmla="*/ 737569 h 737569"/>
                <a:gd name="connsiteX3" fmla="*/ 6790 w 1063961"/>
                <a:gd name="connsiteY3" fmla="*/ 0 h 737569"/>
                <a:gd name="connsiteX0" fmla="*/ 1063961 w 1063961"/>
                <a:gd name="connsiteY0" fmla="*/ 2180 h 735758"/>
                <a:gd name="connsiteX1" fmla="*/ 1063961 w 1063961"/>
                <a:gd name="connsiteY1" fmla="*/ 735758 h 735758"/>
                <a:gd name="connsiteX2" fmla="*/ 0 w 1063961"/>
                <a:gd name="connsiteY2" fmla="*/ 735758 h 735758"/>
                <a:gd name="connsiteX3" fmla="*/ 415 w 1063961"/>
                <a:gd name="connsiteY3" fmla="*/ 0 h 735758"/>
                <a:gd name="connsiteX0" fmla="*/ 1063961 w 1063961"/>
                <a:gd name="connsiteY0" fmla="*/ 197473 h 931051"/>
                <a:gd name="connsiteX1" fmla="*/ 1063961 w 1063961"/>
                <a:gd name="connsiteY1" fmla="*/ 931051 h 931051"/>
                <a:gd name="connsiteX2" fmla="*/ 0 w 1063961"/>
                <a:gd name="connsiteY2" fmla="*/ 931051 h 931051"/>
                <a:gd name="connsiteX3" fmla="*/ 415 w 1063961"/>
                <a:gd name="connsiteY3" fmla="*/ 0 h 931051"/>
                <a:gd name="connsiteX0" fmla="*/ 1064986 w 1064986"/>
                <a:gd name="connsiteY0" fmla="*/ 407377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3186 w 1064986"/>
                <a:gd name="connsiteY0" fmla="*/ 21563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4985 w 1064986"/>
                <a:gd name="connsiteY0" fmla="*/ 92300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1758 w 1064986"/>
                <a:gd name="connsiteY0" fmla="*/ 912641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4986" h="1140955">
                  <a:moveTo>
                    <a:pt x="1061758" y="912641"/>
                  </a:moveTo>
                  <a:cubicBezTo>
                    <a:pt x="1061758" y="985291"/>
                    <a:pt x="1064986" y="1068305"/>
                    <a:pt x="1064986" y="1140955"/>
                  </a:cubicBezTo>
                  <a:lnTo>
                    <a:pt x="1025" y="1140955"/>
                  </a:lnTo>
                  <a:cubicBezTo>
                    <a:pt x="1025" y="896429"/>
                    <a:pt x="0" y="0"/>
                    <a:pt x="0" y="0"/>
                  </a:cubicBezTo>
                </a:path>
              </a:pathLst>
            </a:custGeom>
            <a:noFill/>
            <a:ln>
              <a:head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55" name="Straight Arrow Connector 254">
              <a:extLst>
                <a:ext uri="{FF2B5EF4-FFF2-40B4-BE49-F238E27FC236}">
                  <a16:creationId xmlns:a16="http://schemas.microsoft.com/office/drawing/2014/main" id="{BC6EBB0C-C2D3-A1F8-67B1-D6CA0EFFA412}"/>
                </a:ext>
              </a:extLst>
            </p:cNvPr>
            <p:cNvCxnSpPr>
              <a:cxnSpLocks/>
              <a:stCxn id="252" idx="0"/>
              <a:endCxn id="253" idx="2"/>
            </p:cNvCxnSpPr>
            <p:nvPr/>
          </p:nvCxnSpPr>
          <p:spPr>
            <a:xfrm flipH="1" flipV="1">
              <a:off x="7017438" y="1254086"/>
              <a:ext cx="4144" cy="1583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Arrow Connector 255">
              <a:extLst>
                <a:ext uri="{FF2B5EF4-FFF2-40B4-BE49-F238E27FC236}">
                  <a16:creationId xmlns:a16="http://schemas.microsoft.com/office/drawing/2014/main" id="{E234B720-B70C-B564-FE1F-219CEF00EF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08999" y="1825907"/>
              <a:ext cx="0" cy="2581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Arrow Connector 265">
              <a:extLst>
                <a:ext uri="{FF2B5EF4-FFF2-40B4-BE49-F238E27FC236}">
                  <a16:creationId xmlns:a16="http://schemas.microsoft.com/office/drawing/2014/main" id="{B2B9ED05-F75E-FE93-9B02-6B60EF9F6B7A}"/>
                </a:ext>
              </a:extLst>
            </p:cNvPr>
            <p:cNvCxnSpPr>
              <a:cxnSpLocks/>
              <a:stCxn id="253" idx="0"/>
            </p:cNvCxnSpPr>
            <p:nvPr/>
          </p:nvCxnSpPr>
          <p:spPr>
            <a:xfrm flipV="1">
              <a:off x="7017438" y="419154"/>
              <a:ext cx="6851" cy="57034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CB0280F8-C299-4FEB-ED68-213460B5E6CB}"/>
                    </a:ext>
                  </a:extLst>
                </p:cNvPr>
                <p:cNvSpPr txBox="1"/>
                <p:nvPr/>
              </p:nvSpPr>
              <p:spPr>
                <a:xfrm>
                  <a:off x="8008130" y="3678559"/>
                  <a:ext cx="50892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CB0280F8-C299-4FEB-ED68-213460B5E6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08130" y="3678559"/>
                  <a:ext cx="508922" cy="307777"/>
                </a:xfrm>
                <a:prstGeom prst="rect">
                  <a:avLst/>
                </a:prstGeom>
                <a:blipFill>
                  <a:blip r:embed="rId20"/>
                  <a:stretch>
                    <a:fillRect b="-78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6" name="TextBox 305">
                  <a:extLst>
                    <a:ext uri="{FF2B5EF4-FFF2-40B4-BE49-F238E27FC236}">
                      <a16:creationId xmlns:a16="http://schemas.microsoft.com/office/drawing/2014/main" id="{C5ADBB9E-DE78-E072-1E71-726C7DC6E23F}"/>
                    </a:ext>
                  </a:extLst>
                </p:cNvPr>
                <p:cNvSpPr txBox="1"/>
                <p:nvPr/>
              </p:nvSpPr>
              <p:spPr>
                <a:xfrm>
                  <a:off x="5480772" y="2861773"/>
                  <a:ext cx="69801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𝑛𝑘</m:t>
                            </m:r>
                          </m:sub>
                          <m:sup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𝑒𝑛𝑐</m:t>
                            </m:r>
                          </m:sup>
                        </m:sSubSup>
                        <m:r>
                          <a:rPr lang="en-US" altLang="zh-CN" sz="1400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>
            <p:sp>
              <p:nvSpPr>
                <p:cNvPr id="306" name="TextBox 305">
                  <a:extLst>
                    <a:ext uri="{FF2B5EF4-FFF2-40B4-BE49-F238E27FC236}">
                      <a16:creationId xmlns:a16="http://schemas.microsoft.com/office/drawing/2014/main" id="{C5ADBB9E-DE78-E072-1E71-726C7DC6E2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0772" y="2861773"/>
                  <a:ext cx="698012" cy="307777"/>
                </a:xfrm>
                <a:prstGeom prst="rect">
                  <a:avLst/>
                </a:prstGeom>
                <a:blipFill>
                  <a:blip r:embed="rId21"/>
                  <a:stretch>
                    <a:fillRect b="-78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7" name="TextBox 306">
                  <a:extLst>
                    <a:ext uri="{FF2B5EF4-FFF2-40B4-BE49-F238E27FC236}">
                      <a16:creationId xmlns:a16="http://schemas.microsoft.com/office/drawing/2014/main" id="{A3A13788-2085-9C29-8380-422A22CF4151}"/>
                    </a:ext>
                  </a:extLst>
                </p:cNvPr>
                <p:cNvSpPr txBox="1"/>
                <p:nvPr/>
              </p:nvSpPr>
              <p:spPr>
                <a:xfrm>
                  <a:off x="6762486" y="4545810"/>
                  <a:ext cx="523605" cy="32502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  <m:r>
                          <a:rPr lang="en-US" altLang="zh-CN" sz="1400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>
            <p:sp>
              <p:nvSpPr>
                <p:cNvPr id="307" name="TextBox 306">
                  <a:extLst>
                    <a:ext uri="{FF2B5EF4-FFF2-40B4-BE49-F238E27FC236}">
                      <a16:creationId xmlns:a16="http://schemas.microsoft.com/office/drawing/2014/main" id="{A3A13788-2085-9C29-8380-422A22CF41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62486" y="4545810"/>
                  <a:ext cx="523605" cy="325025"/>
                </a:xfrm>
                <a:prstGeom prst="rect">
                  <a:avLst/>
                </a:prstGeom>
                <a:blipFill>
                  <a:blip r:embed="rId22"/>
                  <a:stretch>
                    <a:fillRect b="-754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8" name="TextBox 307">
                  <a:extLst>
                    <a:ext uri="{FF2B5EF4-FFF2-40B4-BE49-F238E27FC236}">
                      <a16:creationId xmlns:a16="http://schemas.microsoft.com/office/drawing/2014/main" id="{4A9CCC1C-E844-9E52-5C10-825EEB69372F}"/>
                    </a:ext>
                  </a:extLst>
                </p:cNvPr>
                <p:cNvSpPr txBox="1"/>
                <p:nvPr/>
              </p:nvSpPr>
              <p:spPr>
                <a:xfrm>
                  <a:off x="6734225" y="101190"/>
                  <a:ext cx="693523" cy="32502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  <m:r>
                          <a:rPr lang="en-US" altLang="zh-CN" sz="1400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>
            <p:sp>
              <p:nvSpPr>
                <p:cNvPr id="308" name="TextBox 307">
                  <a:extLst>
                    <a:ext uri="{FF2B5EF4-FFF2-40B4-BE49-F238E27FC236}">
                      <a16:creationId xmlns:a16="http://schemas.microsoft.com/office/drawing/2014/main" id="{4A9CCC1C-E844-9E52-5C10-825EEB693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4225" y="101190"/>
                  <a:ext cx="693523" cy="325025"/>
                </a:xfrm>
                <a:prstGeom prst="rect">
                  <a:avLst/>
                </a:prstGeom>
                <a:blipFill>
                  <a:blip r:embed="rId23"/>
                  <a:stretch>
                    <a:fillRect b="-754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1" name="TextBox 420">
              <a:extLst>
                <a:ext uri="{FF2B5EF4-FFF2-40B4-BE49-F238E27FC236}">
                  <a16:creationId xmlns:a16="http://schemas.microsoft.com/office/drawing/2014/main" id="{6649FCD7-9A6D-1A9F-574D-0C24586DCA3E}"/>
                </a:ext>
              </a:extLst>
            </p:cNvPr>
            <p:cNvSpPr txBox="1"/>
            <p:nvPr/>
          </p:nvSpPr>
          <p:spPr>
            <a:xfrm>
              <a:off x="5842338" y="28190"/>
              <a:ext cx="39626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b="1" dirty="0"/>
                <a:t>(c)</a:t>
              </a:r>
              <a:endParaRPr lang="zh-CN" altLang="en-US" sz="1400" b="1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6B16A13-D7E1-16FD-62B5-E30A64E3D52E}"/>
                </a:ext>
              </a:extLst>
            </p:cNvPr>
            <p:cNvSpPr txBox="1"/>
            <p:nvPr/>
          </p:nvSpPr>
          <p:spPr>
            <a:xfrm>
              <a:off x="5968872" y="506268"/>
              <a:ext cx="1220519" cy="461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Many-Body Decoder</a:t>
              </a:r>
              <a:endParaRPr lang="zh-CN" altLang="en-US" sz="1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05EBA1-7092-D802-4DD5-6A18700A9E77}"/>
              </a:ext>
            </a:extLst>
          </p:cNvPr>
          <p:cNvGrpSpPr/>
          <p:nvPr/>
        </p:nvGrpSpPr>
        <p:grpSpPr>
          <a:xfrm>
            <a:off x="3518750" y="39892"/>
            <a:ext cx="1793081" cy="3545216"/>
            <a:chOff x="3518750" y="39892"/>
            <a:chExt cx="1793081" cy="3545216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9131E101-17B5-25EC-E757-3437C0DABF10}"/>
                </a:ext>
              </a:extLst>
            </p:cNvPr>
            <p:cNvGrpSpPr/>
            <p:nvPr/>
          </p:nvGrpSpPr>
          <p:grpSpPr>
            <a:xfrm>
              <a:off x="3692940" y="537830"/>
              <a:ext cx="1618891" cy="2662324"/>
              <a:chOff x="11283332" y="3821393"/>
              <a:chExt cx="1618891" cy="2662324"/>
            </a:xfrm>
          </p:grpSpPr>
          <p:sp>
            <p:nvSpPr>
              <p:cNvPr id="36" name="Right Triangle 35">
                <a:extLst>
                  <a:ext uri="{FF2B5EF4-FFF2-40B4-BE49-F238E27FC236}">
                    <a16:creationId xmlns:a16="http://schemas.microsoft.com/office/drawing/2014/main" id="{FC7B431A-C81C-E64F-B163-5DF2682C0AAC}"/>
                  </a:ext>
                </a:extLst>
              </p:cNvPr>
              <p:cNvSpPr/>
              <p:nvPr/>
            </p:nvSpPr>
            <p:spPr>
              <a:xfrm rot="10800000">
                <a:off x="12232785" y="3836600"/>
                <a:ext cx="669438" cy="669438"/>
              </a:xfrm>
              <a:prstGeom prst="rtTriangl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Right Triangle 36">
                <a:extLst>
                  <a:ext uri="{FF2B5EF4-FFF2-40B4-BE49-F238E27FC236}">
                    <a16:creationId xmlns:a16="http://schemas.microsoft.com/office/drawing/2014/main" id="{CDC1976C-14B2-DD40-04C8-F8B8462B5966}"/>
                  </a:ext>
                </a:extLst>
              </p:cNvPr>
              <p:cNvSpPr/>
              <p:nvPr/>
            </p:nvSpPr>
            <p:spPr>
              <a:xfrm>
                <a:off x="11283332" y="5814279"/>
                <a:ext cx="669438" cy="669438"/>
              </a:xfrm>
              <a:prstGeom prst="rtTriangle">
                <a:avLst/>
              </a:prstGeom>
              <a:solidFill>
                <a:srgbClr val="CAEEF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2406D75E-A410-83A9-7C65-2CAC3451210F}"/>
                  </a:ext>
                </a:extLst>
              </p:cNvPr>
              <p:cNvSpPr/>
              <p:nvPr/>
            </p:nvSpPr>
            <p:spPr>
              <a:xfrm>
                <a:off x="11283333" y="3821393"/>
                <a:ext cx="1618890" cy="2662324"/>
              </a:xfrm>
              <a:prstGeom prst="roundRect">
                <a:avLst>
                  <a:gd name="adj" fmla="val 2994"/>
                </a:avLst>
              </a:prstGeom>
              <a:noFill/>
              <a:ln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2986504B-AD74-EC6B-02AD-62F09B15FF82}"/>
                </a:ext>
              </a:extLst>
            </p:cNvPr>
            <p:cNvSpPr/>
            <p:nvPr/>
          </p:nvSpPr>
          <p:spPr>
            <a:xfrm>
              <a:off x="3861512" y="2440166"/>
              <a:ext cx="1234051" cy="415912"/>
            </a:xfrm>
            <a:prstGeom prst="roundRect">
              <a:avLst/>
            </a:prstGeom>
            <a:solidFill>
              <a:srgbClr val="FFECA9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Multi-Head Self-Attention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F12503F-7739-2517-E7F0-836EF6F2F942}"/>
                </a:ext>
              </a:extLst>
            </p:cNvPr>
            <p:cNvSpPr/>
            <p:nvPr/>
          </p:nvSpPr>
          <p:spPr>
            <a:xfrm>
              <a:off x="3921503" y="2017191"/>
              <a:ext cx="1105781" cy="264583"/>
            </a:xfrm>
            <a:prstGeom prst="roundRect">
              <a:avLst/>
            </a:prstGeom>
            <a:solidFill>
              <a:srgbClr val="C7E8AC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Add &amp; Norm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5102CDA6-A848-594C-CE0B-D6E2013BCBD8}"/>
                </a:ext>
              </a:extLst>
            </p:cNvPr>
            <p:cNvSpPr/>
            <p:nvPr/>
          </p:nvSpPr>
          <p:spPr>
            <a:xfrm rot="16200000">
              <a:off x="4317422" y="2286479"/>
              <a:ext cx="1012979" cy="699033"/>
            </a:xfrm>
            <a:custGeom>
              <a:avLst/>
              <a:gdLst>
                <a:gd name="connsiteX0" fmla="*/ 0 w 1063961"/>
                <a:gd name="connsiteY0" fmla="*/ 0 h 733578"/>
                <a:gd name="connsiteX1" fmla="*/ 1063961 w 1063961"/>
                <a:gd name="connsiteY1" fmla="*/ 0 h 733578"/>
                <a:gd name="connsiteX2" fmla="*/ 1063961 w 1063961"/>
                <a:gd name="connsiteY2" fmla="*/ 733578 h 733578"/>
                <a:gd name="connsiteX3" fmla="*/ 0 w 1063961"/>
                <a:gd name="connsiteY3" fmla="*/ 733578 h 733578"/>
                <a:gd name="connsiteX4" fmla="*/ 0 w 1063961"/>
                <a:gd name="connsiteY4" fmla="*/ 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91440 w 1063961"/>
                <a:gd name="connsiteY3" fmla="*/ 9144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2540 w 1063961"/>
                <a:gd name="connsiteY3" fmla="*/ 49106 h 733578"/>
                <a:gd name="connsiteX0" fmla="*/ 1063961 w 1063961"/>
                <a:gd name="connsiteY0" fmla="*/ 3991 h 737569"/>
                <a:gd name="connsiteX1" fmla="*/ 1063961 w 1063961"/>
                <a:gd name="connsiteY1" fmla="*/ 737569 h 737569"/>
                <a:gd name="connsiteX2" fmla="*/ 0 w 1063961"/>
                <a:gd name="connsiteY2" fmla="*/ 737569 h 737569"/>
                <a:gd name="connsiteX3" fmla="*/ 6790 w 1063961"/>
                <a:gd name="connsiteY3" fmla="*/ 0 h 737569"/>
                <a:gd name="connsiteX0" fmla="*/ 1063961 w 1063961"/>
                <a:gd name="connsiteY0" fmla="*/ 2180 h 735758"/>
                <a:gd name="connsiteX1" fmla="*/ 1063961 w 1063961"/>
                <a:gd name="connsiteY1" fmla="*/ 735758 h 735758"/>
                <a:gd name="connsiteX2" fmla="*/ 0 w 1063961"/>
                <a:gd name="connsiteY2" fmla="*/ 735758 h 735758"/>
                <a:gd name="connsiteX3" fmla="*/ 415 w 1063961"/>
                <a:gd name="connsiteY3" fmla="*/ 0 h 735758"/>
                <a:gd name="connsiteX0" fmla="*/ 1063961 w 1063961"/>
                <a:gd name="connsiteY0" fmla="*/ 197473 h 931051"/>
                <a:gd name="connsiteX1" fmla="*/ 1063961 w 1063961"/>
                <a:gd name="connsiteY1" fmla="*/ 931051 h 931051"/>
                <a:gd name="connsiteX2" fmla="*/ 0 w 1063961"/>
                <a:gd name="connsiteY2" fmla="*/ 931051 h 931051"/>
                <a:gd name="connsiteX3" fmla="*/ 415 w 1063961"/>
                <a:gd name="connsiteY3" fmla="*/ 0 h 931051"/>
                <a:gd name="connsiteX0" fmla="*/ 1064986 w 1064986"/>
                <a:gd name="connsiteY0" fmla="*/ 407377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3186 w 1064986"/>
                <a:gd name="connsiteY0" fmla="*/ 21563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4985 w 1064986"/>
                <a:gd name="connsiteY0" fmla="*/ 92300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1758 w 1064986"/>
                <a:gd name="connsiteY0" fmla="*/ 912641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4986" h="1140955">
                  <a:moveTo>
                    <a:pt x="1061758" y="912641"/>
                  </a:moveTo>
                  <a:cubicBezTo>
                    <a:pt x="1061758" y="985291"/>
                    <a:pt x="1064986" y="1068305"/>
                    <a:pt x="1064986" y="1140955"/>
                  </a:cubicBezTo>
                  <a:lnTo>
                    <a:pt x="1025" y="1140955"/>
                  </a:lnTo>
                  <a:cubicBezTo>
                    <a:pt x="1025" y="896429"/>
                    <a:pt x="0" y="0"/>
                    <a:pt x="0" y="0"/>
                  </a:cubicBezTo>
                </a:path>
              </a:pathLst>
            </a:custGeom>
            <a:noFill/>
            <a:ln>
              <a:head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20FF17BA-A7F6-D8E7-8B91-78FFA9B757D1}"/>
                </a:ext>
              </a:extLst>
            </p:cNvPr>
            <p:cNvGrpSpPr/>
            <p:nvPr/>
          </p:nvGrpSpPr>
          <p:grpSpPr>
            <a:xfrm>
              <a:off x="4083998" y="2856078"/>
              <a:ext cx="780788" cy="459657"/>
              <a:chOff x="5219935" y="5298417"/>
              <a:chExt cx="780788" cy="409803"/>
            </a:xfrm>
          </p:grpSpPr>
          <p:cxnSp>
            <p:nvCxnSpPr>
              <p:cNvPr id="78" name="Straight Arrow Connector 77">
                <a:extLst>
                  <a:ext uri="{FF2B5EF4-FFF2-40B4-BE49-F238E27FC236}">
                    <a16:creationId xmlns:a16="http://schemas.microsoft.com/office/drawing/2014/main" id="{C03D7238-8C22-E04F-ADD7-AADC4E9B89D8}"/>
                  </a:ext>
                </a:extLst>
              </p:cNvPr>
              <p:cNvCxnSpPr>
                <a:cxnSpLocks/>
                <a:endCxn id="65" idx="2"/>
              </p:cNvCxnSpPr>
              <p:nvPr/>
            </p:nvCxnSpPr>
            <p:spPr>
              <a:xfrm flipV="1">
                <a:off x="5610331" y="5298417"/>
                <a:ext cx="4144" cy="40980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1" name="Rectangle 107">
                <a:extLst>
                  <a:ext uri="{FF2B5EF4-FFF2-40B4-BE49-F238E27FC236}">
                    <a16:creationId xmlns:a16="http://schemas.microsoft.com/office/drawing/2014/main" id="{6BDC7BC4-BAB7-974B-A858-90D4BD740F91}"/>
                  </a:ext>
                </a:extLst>
              </p:cNvPr>
              <p:cNvSpPr/>
              <p:nvPr/>
            </p:nvSpPr>
            <p:spPr>
              <a:xfrm>
                <a:off x="5219935" y="5304263"/>
                <a:ext cx="780788" cy="169665"/>
              </a:xfrm>
              <a:custGeom>
                <a:avLst/>
                <a:gdLst>
                  <a:gd name="connsiteX0" fmla="*/ 0 w 1063961"/>
                  <a:gd name="connsiteY0" fmla="*/ 0 h 733578"/>
                  <a:gd name="connsiteX1" fmla="*/ 1063961 w 1063961"/>
                  <a:gd name="connsiteY1" fmla="*/ 0 h 733578"/>
                  <a:gd name="connsiteX2" fmla="*/ 1063961 w 1063961"/>
                  <a:gd name="connsiteY2" fmla="*/ 733578 h 733578"/>
                  <a:gd name="connsiteX3" fmla="*/ 0 w 1063961"/>
                  <a:gd name="connsiteY3" fmla="*/ 733578 h 733578"/>
                  <a:gd name="connsiteX4" fmla="*/ 0 w 1063961"/>
                  <a:gd name="connsiteY4" fmla="*/ 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91440 w 1063961"/>
                  <a:gd name="connsiteY3" fmla="*/ 91440 h 733578"/>
                  <a:gd name="connsiteX0" fmla="*/ 1063961 w 1063961"/>
                  <a:gd name="connsiteY0" fmla="*/ 0 h 733578"/>
                  <a:gd name="connsiteX1" fmla="*/ 1063961 w 1063961"/>
                  <a:gd name="connsiteY1" fmla="*/ 733578 h 733578"/>
                  <a:gd name="connsiteX2" fmla="*/ 0 w 1063961"/>
                  <a:gd name="connsiteY2" fmla="*/ 733578 h 733578"/>
                  <a:gd name="connsiteX3" fmla="*/ 2540 w 1063961"/>
                  <a:gd name="connsiteY3" fmla="*/ 49106 h 733578"/>
                  <a:gd name="connsiteX0" fmla="*/ 1063961 w 1063961"/>
                  <a:gd name="connsiteY0" fmla="*/ 3991 h 737569"/>
                  <a:gd name="connsiteX1" fmla="*/ 1063961 w 1063961"/>
                  <a:gd name="connsiteY1" fmla="*/ 737569 h 737569"/>
                  <a:gd name="connsiteX2" fmla="*/ 0 w 1063961"/>
                  <a:gd name="connsiteY2" fmla="*/ 737569 h 737569"/>
                  <a:gd name="connsiteX3" fmla="*/ 6790 w 1063961"/>
                  <a:gd name="connsiteY3" fmla="*/ 0 h 737569"/>
                  <a:gd name="connsiteX0" fmla="*/ 1063961 w 1063961"/>
                  <a:gd name="connsiteY0" fmla="*/ 2180 h 735758"/>
                  <a:gd name="connsiteX1" fmla="*/ 1063961 w 1063961"/>
                  <a:gd name="connsiteY1" fmla="*/ 735758 h 735758"/>
                  <a:gd name="connsiteX2" fmla="*/ 0 w 1063961"/>
                  <a:gd name="connsiteY2" fmla="*/ 735758 h 735758"/>
                  <a:gd name="connsiteX3" fmla="*/ 415 w 1063961"/>
                  <a:gd name="connsiteY3" fmla="*/ 0 h 735758"/>
                  <a:gd name="connsiteX0" fmla="*/ 1063961 w 1063961"/>
                  <a:gd name="connsiteY0" fmla="*/ 197473 h 931051"/>
                  <a:gd name="connsiteX1" fmla="*/ 1063961 w 1063961"/>
                  <a:gd name="connsiteY1" fmla="*/ 931051 h 931051"/>
                  <a:gd name="connsiteX2" fmla="*/ 0 w 1063961"/>
                  <a:gd name="connsiteY2" fmla="*/ 931051 h 931051"/>
                  <a:gd name="connsiteX3" fmla="*/ 415 w 1063961"/>
                  <a:gd name="connsiteY3" fmla="*/ 0 h 931051"/>
                  <a:gd name="connsiteX0" fmla="*/ 1064986 w 1064986"/>
                  <a:gd name="connsiteY0" fmla="*/ 407377 h 1140955"/>
                  <a:gd name="connsiteX1" fmla="*/ 1064986 w 1064986"/>
                  <a:gd name="connsiteY1" fmla="*/ 1140955 h 1140955"/>
                  <a:gd name="connsiteX2" fmla="*/ 1025 w 1064986"/>
                  <a:gd name="connsiteY2" fmla="*/ 1140955 h 1140955"/>
                  <a:gd name="connsiteX3" fmla="*/ 0 w 1064986"/>
                  <a:gd name="connsiteY3" fmla="*/ 0 h 1140955"/>
                  <a:gd name="connsiteX0" fmla="*/ 1067155 w 1067155"/>
                  <a:gd name="connsiteY0" fmla="*/ -1 h 733577"/>
                  <a:gd name="connsiteX1" fmla="*/ 1067155 w 1067155"/>
                  <a:gd name="connsiteY1" fmla="*/ 733577 h 733577"/>
                  <a:gd name="connsiteX2" fmla="*/ 3194 w 1067155"/>
                  <a:gd name="connsiteY2" fmla="*/ 733577 h 733577"/>
                  <a:gd name="connsiteX3" fmla="*/ 0 w 1067155"/>
                  <a:gd name="connsiteY3" fmla="*/ 84111 h 733577"/>
                  <a:gd name="connsiteX0" fmla="*/ 1067155 w 1067155"/>
                  <a:gd name="connsiteY0" fmla="*/ 8990 h 742568"/>
                  <a:gd name="connsiteX1" fmla="*/ 1067155 w 1067155"/>
                  <a:gd name="connsiteY1" fmla="*/ 742568 h 742568"/>
                  <a:gd name="connsiteX2" fmla="*/ 3194 w 1067155"/>
                  <a:gd name="connsiteY2" fmla="*/ 742568 h 742568"/>
                  <a:gd name="connsiteX3" fmla="*/ 0 w 1067155"/>
                  <a:gd name="connsiteY3" fmla="*/ 0 h 742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67155" h="742568">
                    <a:moveTo>
                      <a:pt x="1067155" y="8990"/>
                    </a:moveTo>
                    <a:lnTo>
                      <a:pt x="1067155" y="742568"/>
                    </a:lnTo>
                    <a:lnTo>
                      <a:pt x="3194" y="742568"/>
                    </a:lnTo>
                    <a:cubicBezTo>
                      <a:pt x="3194" y="498042"/>
                      <a:pt x="0" y="0"/>
                      <a:pt x="0" y="0"/>
                    </a:cubicBezTo>
                  </a:path>
                </a:pathLst>
              </a:custGeom>
              <a:noFill/>
              <a:ln>
                <a:headEnd type="triangle"/>
                <a:tailEnd type="triangl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2057BC40-761F-E1DB-224B-90B21A1B3079}"/>
                </a:ext>
              </a:extLst>
            </p:cNvPr>
            <p:cNvCxnSpPr>
              <a:cxnSpLocks/>
              <a:stCxn id="65" idx="0"/>
              <a:endCxn id="6" idx="2"/>
            </p:cNvCxnSpPr>
            <p:nvPr/>
          </p:nvCxnSpPr>
          <p:spPr>
            <a:xfrm flipH="1" flipV="1">
              <a:off x="4474394" y="2281774"/>
              <a:ext cx="4144" cy="1583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Rectangle: Rounded Corners 150">
              <a:extLst>
                <a:ext uri="{FF2B5EF4-FFF2-40B4-BE49-F238E27FC236}">
                  <a16:creationId xmlns:a16="http://schemas.microsoft.com/office/drawing/2014/main" id="{FFC1A445-029E-5F62-C5F8-E45C18449E50}"/>
                </a:ext>
              </a:extLst>
            </p:cNvPr>
            <p:cNvSpPr/>
            <p:nvPr/>
          </p:nvSpPr>
          <p:spPr>
            <a:xfrm>
              <a:off x="3869951" y="1345652"/>
              <a:ext cx="1234051" cy="415912"/>
            </a:xfrm>
            <a:prstGeom prst="roundRect">
              <a:avLst/>
            </a:prstGeom>
            <a:solidFill>
              <a:srgbClr val="C2E8F7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Feed</a:t>
              </a:r>
            </a:p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Forward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52" name="Rectangle: Rounded Corners 151">
              <a:extLst>
                <a:ext uri="{FF2B5EF4-FFF2-40B4-BE49-F238E27FC236}">
                  <a16:creationId xmlns:a16="http://schemas.microsoft.com/office/drawing/2014/main" id="{DD40C029-B441-815B-E91C-2340ED65F69B}"/>
                </a:ext>
              </a:extLst>
            </p:cNvPr>
            <p:cNvSpPr/>
            <p:nvPr/>
          </p:nvSpPr>
          <p:spPr>
            <a:xfrm>
              <a:off x="3929942" y="922677"/>
              <a:ext cx="1105781" cy="264583"/>
            </a:xfrm>
            <a:prstGeom prst="roundRect">
              <a:avLst/>
            </a:prstGeom>
            <a:solidFill>
              <a:srgbClr val="C7E8AC"/>
            </a:solidFill>
            <a:ln>
              <a:solidFill>
                <a:srgbClr val="39333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Add &amp; Norm</a:t>
              </a: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53" name="Rectangle 107">
              <a:extLst>
                <a:ext uri="{FF2B5EF4-FFF2-40B4-BE49-F238E27FC236}">
                  <a16:creationId xmlns:a16="http://schemas.microsoft.com/office/drawing/2014/main" id="{730D4C31-B542-BF35-E919-FD783D200754}"/>
                </a:ext>
              </a:extLst>
            </p:cNvPr>
            <p:cNvSpPr/>
            <p:nvPr/>
          </p:nvSpPr>
          <p:spPr>
            <a:xfrm rot="16200000">
              <a:off x="4397027" y="1120798"/>
              <a:ext cx="870648" cy="699033"/>
            </a:xfrm>
            <a:custGeom>
              <a:avLst/>
              <a:gdLst>
                <a:gd name="connsiteX0" fmla="*/ 0 w 1063961"/>
                <a:gd name="connsiteY0" fmla="*/ 0 h 733578"/>
                <a:gd name="connsiteX1" fmla="*/ 1063961 w 1063961"/>
                <a:gd name="connsiteY1" fmla="*/ 0 h 733578"/>
                <a:gd name="connsiteX2" fmla="*/ 1063961 w 1063961"/>
                <a:gd name="connsiteY2" fmla="*/ 733578 h 733578"/>
                <a:gd name="connsiteX3" fmla="*/ 0 w 1063961"/>
                <a:gd name="connsiteY3" fmla="*/ 733578 h 733578"/>
                <a:gd name="connsiteX4" fmla="*/ 0 w 1063961"/>
                <a:gd name="connsiteY4" fmla="*/ 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91440 w 1063961"/>
                <a:gd name="connsiteY3" fmla="*/ 91440 h 733578"/>
                <a:gd name="connsiteX0" fmla="*/ 1063961 w 1063961"/>
                <a:gd name="connsiteY0" fmla="*/ 0 h 733578"/>
                <a:gd name="connsiteX1" fmla="*/ 1063961 w 1063961"/>
                <a:gd name="connsiteY1" fmla="*/ 733578 h 733578"/>
                <a:gd name="connsiteX2" fmla="*/ 0 w 1063961"/>
                <a:gd name="connsiteY2" fmla="*/ 733578 h 733578"/>
                <a:gd name="connsiteX3" fmla="*/ 2540 w 1063961"/>
                <a:gd name="connsiteY3" fmla="*/ 49106 h 733578"/>
                <a:gd name="connsiteX0" fmla="*/ 1063961 w 1063961"/>
                <a:gd name="connsiteY0" fmla="*/ 3991 h 737569"/>
                <a:gd name="connsiteX1" fmla="*/ 1063961 w 1063961"/>
                <a:gd name="connsiteY1" fmla="*/ 737569 h 737569"/>
                <a:gd name="connsiteX2" fmla="*/ 0 w 1063961"/>
                <a:gd name="connsiteY2" fmla="*/ 737569 h 737569"/>
                <a:gd name="connsiteX3" fmla="*/ 6790 w 1063961"/>
                <a:gd name="connsiteY3" fmla="*/ 0 h 737569"/>
                <a:gd name="connsiteX0" fmla="*/ 1063961 w 1063961"/>
                <a:gd name="connsiteY0" fmla="*/ 2180 h 735758"/>
                <a:gd name="connsiteX1" fmla="*/ 1063961 w 1063961"/>
                <a:gd name="connsiteY1" fmla="*/ 735758 h 735758"/>
                <a:gd name="connsiteX2" fmla="*/ 0 w 1063961"/>
                <a:gd name="connsiteY2" fmla="*/ 735758 h 735758"/>
                <a:gd name="connsiteX3" fmla="*/ 415 w 1063961"/>
                <a:gd name="connsiteY3" fmla="*/ 0 h 735758"/>
                <a:gd name="connsiteX0" fmla="*/ 1063961 w 1063961"/>
                <a:gd name="connsiteY0" fmla="*/ 197473 h 931051"/>
                <a:gd name="connsiteX1" fmla="*/ 1063961 w 1063961"/>
                <a:gd name="connsiteY1" fmla="*/ 931051 h 931051"/>
                <a:gd name="connsiteX2" fmla="*/ 0 w 1063961"/>
                <a:gd name="connsiteY2" fmla="*/ 931051 h 931051"/>
                <a:gd name="connsiteX3" fmla="*/ 415 w 1063961"/>
                <a:gd name="connsiteY3" fmla="*/ 0 h 931051"/>
                <a:gd name="connsiteX0" fmla="*/ 1064986 w 1064986"/>
                <a:gd name="connsiteY0" fmla="*/ 407377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3186 w 1064986"/>
                <a:gd name="connsiteY0" fmla="*/ 21563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4985 w 1064986"/>
                <a:gd name="connsiteY0" fmla="*/ 923005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  <a:gd name="connsiteX0" fmla="*/ 1061758 w 1064986"/>
                <a:gd name="connsiteY0" fmla="*/ 912641 h 1140955"/>
                <a:gd name="connsiteX1" fmla="*/ 1064986 w 1064986"/>
                <a:gd name="connsiteY1" fmla="*/ 1140955 h 1140955"/>
                <a:gd name="connsiteX2" fmla="*/ 1025 w 1064986"/>
                <a:gd name="connsiteY2" fmla="*/ 1140955 h 1140955"/>
                <a:gd name="connsiteX3" fmla="*/ 0 w 1064986"/>
                <a:gd name="connsiteY3" fmla="*/ 0 h 1140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4986" h="1140955">
                  <a:moveTo>
                    <a:pt x="1061758" y="912641"/>
                  </a:moveTo>
                  <a:cubicBezTo>
                    <a:pt x="1061758" y="985291"/>
                    <a:pt x="1064986" y="1068305"/>
                    <a:pt x="1064986" y="1140955"/>
                  </a:cubicBezTo>
                  <a:lnTo>
                    <a:pt x="1025" y="1140955"/>
                  </a:lnTo>
                  <a:cubicBezTo>
                    <a:pt x="1025" y="896429"/>
                    <a:pt x="0" y="0"/>
                    <a:pt x="0" y="0"/>
                  </a:cubicBezTo>
                </a:path>
              </a:pathLst>
            </a:custGeom>
            <a:noFill/>
            <a:ln>
              <a:head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3653D591-4AEB-1000-BEE3-8AC145467EC6}"/>
                </a:ext>
              </a:extLst>
            </p:cNvPr>
            <p:cNvCxnSpPr>
              <a:cxnSpLocks/>
              <a:stCxn id="151" idx="0"/>
              <a:endCxn id="152" idx="2"/>
            </p:cNvCxnSpPr>
            <p:nvPr/>
          </p:nvCxnSpPr>
          <p:spPr>
            <a:xfrm flipH="1" flipV="1">
              <a:off x="4482833" y="1187260"/>
              <a:ext cx="4144" cy="1583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Arrow Connector 159">
              <a:extLst>
                <a:ext uri="{FF2B5EF4-FFF2-40B4-BE49-F238E27FC236}">
                  <a16:creationId xmlns:a16="http://schemas.microsoft.com/office/drawing/2014/main" id="{FB412CAD-B0BF-CEEB-FE5E-AFD1E9DE1F27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V="1">
              <a:off x="4474394" y="1759081"/>
              <a:ext cx="0" cy="2581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1F856EA6-5AB9-BBF1-97F6-BA4FA19F7620}"/>
                    </a:ext>
                  </a:extLst>
                </p:cNvPr>
                <p:cNvSpPr txBox="1"/>
                <p:nvPr/>
              </p:nvSpPr>
              <p:spPr>
                <a:xfrm>
                  <a:off x="4236321" y="3260083"/>
                  <a:ext cx="523605" cy="32502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bSup>
                        <m:r>
                          <a:rPr lang="en-US" altLang="zh-CN" sz="1400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1F856EA6-5AB9-BBF1-97F6-BA4FA19F76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6321" y="3260083"/>
                  <a:ext cx="523605" cy="325025"/>
                </a:xfrm>
                <a:prstGeom prst="rect">
                  <a:avLst/>
                </a:prstGeom>
                <a:blipFill>
                  <a:blip r:embed="rId22"/>
                  <a:stretch>
                    <a:fillRect b="-754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7" name="Straight Arrow Connector 286">
              <a:extLst>
                <a:ext uri="{FF2B5EF4-FFF2-40B4-BE49-F238E27FC236}">
                  <a16:creationId xmlns:a16="http://schemas.microsoft.com/office/drawing/2014/main" id="{276330E8-F281-962C-0848-3124A91BCA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1870" y="384831"/>
              <a:ext cx="0" cy="52682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E6670C5E-C662-6BD7-9E2A-AF78B6C39100}"/>
                    </a:ext>
                  </a:extLst>
                </p:cNvPr>
                <p:cNvSpPr txBox="1"/>
                <p:nvPr/>
              </p:nvSpPr>
              <p:spPr>
                <a:xfrm>
                  <a:off x="4423089" y="66881"/>
                  <a:ext cx="693523" cy="32502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altLang="zh-CN" sz="1400" b="1" i="1" dirty="0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1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  <m:r>
                          <a:rPr lang="en-US" altLang="zh-CN" sz="1400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E6670C5E-C662-6BD7-9E2A-AF78B6C391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3089" y="66881"/>
                  <a:ext cx="693523" cy="325025"/>
                </a:xfrm>
                <a:prstGeom prst="rect">
                  <a:avLst/>
                </a:prstGeom>
                <a:blipFill>
                  <a:blip r:embed="rId24"/>
                  <a:stretch>
                    <a:fillRect b="-754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0" name="TextBox 419">
              <a:extLst>
                <a:ext uri="{FF2B5EF4-FFF2-40B4-BE49-F238E27FC236}">
                  <a16:creationId xmlns:a16="http://schemas.microsoft.com/office/drawing/2014/main" id="{D38348DE-AD36-F976-5C3F-00875EFC3106}"/>
                </a:ext>
              </a:extLst>
            </p:cNvPr>
            <p:cNvSpPr txBox="1"/>
            <p:nvPr/>
          </p:nvSpPr>
          <p:spPr>
            <a:xfrm>
              <a:off x="3518750" y="39892"/>
              <a:ext cx="39626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b="1" dirty="0"/>
                <a:t>(b)</a:t>
              </a:r>
              <a:endParaRPr lang="zh-CN" altLang="en-US" sz="1400" b="1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D567DE6-2AC0-41D6-1261-07A7E12CCF18}"/>
                </a:ext>
              </a:extLst>
            </p:cNvPr>
            <p:cNvSpPr txBox="1"/>
            <p:nvPr/>
          </p:nvSpPr>
          <p:spPr>
            <a:xfrm>
              <a:off x="3581658" y="498399"/>
              <a:ext cx="1234051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Ground-State </a:t>
              </a:r>
            </a:p>
            <a:p>
              <a:pPr algn="ctr"/>
              <a:r>
                <a:rPr lang="en-US" altLang="zh-CN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Encoder</a:t>
              </a:r>
              <a:endParaRPr lang="zh-CN" altLang="en-US" sz="1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3" name="Flowchart: Summing Junction 42">
            <a:extLst>
              <a:ext uri="{FF2B5EF4-FFF2-40B4-BE49-F238E27FC236}">
                <a16:creationId xmlns:a16="http://schemas.microsoft.com/office/drawing/2014/main" id="{1360BA30-5BF2-11B9-39AE-576E3A2EA90A}"/>
              </a:ext>
            </a:extLst>
          </p:cNvPr>
          <p:cNvSpPr/>
          <p:nvPr/>
        </p:nvSpPr>
        <p:spPr>
          <a:xfrm>
            <a:off x="4103208" y="4440404"/>
            <a:ext cx="205740" cy="205740"/>
          </a:xfrm>
          <a:prstGeom prst="flowChartSummingJunction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6731AEF-24A9-3031-50EB-31D78AF2A853}"/>
              </a:ext>
            </a:extLst>
          </p:cNvPr>
          <p:cNvCxnSpPr>
            <a:cxnSpLocks/>
          </p:cNvCxnSpPr>
          <p:nvPr/>
        </p:nvCxnSpPr>
        <p:spPr>
          <a:xfrm>
            <a:off x="3633814" y="4448502"/>
            <a:ext cx="46939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9B95CF9-B93F-ED3A-A5DB-268D62AF9F8D}"/>
              </a:ext>
            </a:extLst>
          </p:cNvPr>
          <p:cNvCxnSpPr>
            <a:cxnSpLocks/>
            <a:endCxn id="43" idx="2"/>
          </p:cNvCxnSpPr>
          <p:nvPr/>
        </p:nvCxnSpPr>
        <p:spPr>
          <a:xfrm flipV="1">
            <a:off x="3633814" y="4543274"/>
            <a:ext cx="469394" cy="25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107">
            <a:extLst>
              <a:ext uri="{FF2B5EF4-FFF2-40B4-BE49-F238E27FC236}">
                <a16:creationId xmlns:a16="http://schemas.microsoft.com/office/drawing/2014/main" id="{5CD321E6-6270-0EE4-F772-5FF9EDA84ABF}"/>
              </a:ext>
            </a:extLst>
          </p:cNvPr>
          <p:cNvSpPr/>
          <p:nvPr/>
        </p:nvSpPr>
        <p:spPr>
          <a:xfrm rot="16200000" flipH="1">
            <a:off x="4337222" y="4187763"/>
            <a:ext cx="320730" cy="377440"/>
          </a:xfrm>
          <a:custGeom>
            <a:avLst/>
            <a:gdLst>
              <a:gd name="connsiteX0" fmla="*/ 0 w 1063961"/>
              <a:gd name="connsiteY0" fmla="*/ 0 h 733578"/>
              <a:gd name="connsiteX1" fmla="*/ 1063961 w 1063961"/>
              <a:gd name="connsiteY1" fmla="*/ 0 h 733578"/>
              <a:gd name="connsiteX2" fmla="*/ 1063961 w 1063961"/>
              <a:gd name="connsiteY2" fmla="*/ 733578 h 733578"/>
              <a:gd name="connsiteX3" fmla="*/ 0 w 1063961"/>
              <a:gd name="connsiteY3" fmla="*/ 733578 h 733578"/>
              <a:gd name="connsiteX4" fmla="*/ 0 w 1063961"/>
              <a:gd name="connsiteY4" fmla="*/ 0 h 733578"/>
              <a:gd name="connsiteX0" fmla="*/ 1063961 w 1063961"/>
              <a:gd name="connsiteY0" fmla="*/ 0 h 733578"/>
              <a:gd name="connsiteX1" fmla="*/ 1063961 w 1063961"/>
              <a:gd name="connsiteY1" fmla="*/ 733578 h 733578"/>
              <a:gd name="connsiteX2" fmla="*/ 0 w 1063961"/>
              <a:gd name="connsiteY2" fmla="*/ 733578 h 733578"/>
              <a:gd name="connsiteX3" fmla="*/ 91440 w 1063961"/>
              <a:gd name="connsiteY3" fmla="*/ 91440 h 733578"/>
              <a:gd name="connsiteX0" fmla="*/ 1063961 w 1063961"/>
              <a:gd name="connsiteY0" fmla="*/ 0 h 733578"/>
              <a:gd name="connsiteX1" fmla="*/ 1063961 w 1063961"/>
              <a:gd name="connsiteY1" fmla="*/ 733578 h 733578"/>
              <a:gd name="connsiteX2" fmla="*/ 0 w 1063961"/>
              <a:gd name="connsiteY2" fmla="*/ 733578 h 733578"/>
              <a:gd name="connsiteX3" fmla="*/ 2540 w 1063961"/>
              <a:gd name="connsiteY3" fmla="*/ 49106 h 733578"/>
              <a:gd name="connsiteX0" fmla="*/ 1063961 w 1063961"/>
              <a:gd name="connsiteY0" fmla="*/ 3991 h 737569"/>
              <a:gd name="connsiteX1" fmla="*/ 1063961 w 1063961"/>
              <a:gd name="connsiteY1" fmla="*/ 737569 h 737569"/>
              <a:gd name="connsiteX2" fmla="*/ 0 w 1063961"/>
              <a:gd name="connsiteY2" fmla="*/ 737569 h 737569"/>
              <a:gd name="connsiteX3" fmla="*/ 6790 w 1063961"/>
              <a:gd name="connsiteY3" fmla="*/ 0 h 737569"/>
              <a:gd name="connsiteX0" fmla="*/ 1063961 w 1063961"/>
              <a:gd name="connsiteY0" fmla="*/ 2180 h 735758"/>
              <a:gd name="connsiteX1" fmla="*/ 1063961 w 1063961"/>
              <a:gd name="connsiteY1" fmla="*/ 735758 h 735758"/>
              <a:gd name="connsiteX2" fmla="*/ 0 w 1063961"/>
              <a:gd name="connsiteY2" fmla="*/ 735758 h 735758"/>
              <a:gd name="connsiteX3" fmla="*/ 415 w 1063961"/>
              <a:gd name="connsiteY3" fmla="*/ 0 h 735758"/>
              <a:gd name="connsiteX0" fmla="*/ 1063961 w 1063961"/>
              <a:gd name="connsiteY0" fmla="*/ 197473 h 931051"/>
              <a:gd name="connsiteX1" fmla="*/ 1063961 w 1063961"/>
              <a:gd name="connsiteY1" fmla="*/ 931051 h 931051"/>
              <a:gd name="connsiteX2" fmla="*/ 0 w 1063961"/>
              <a:gd name="connsiteY2" fmla="*/ 931051 h 931051"/>
              <a:gd name="connsiteX3" fmla="*/ 415 w 1063961"/>
              <a:gd name="connsiteY3" fmla="*/ 0 h 931051"/>
              <a:gd name="connsiteX0" fmla="*/ 1064986 w 1064986"/>
              <a:gd name="connsiteY0" fmla="*/ 407377 h 1140955"/>
              <a:gd name="connsiteX1" fmla="*/ 1064986 w 1064986"/>
              <a:gd name="connsiteY1" fmla="*/ 1140955 h 1140955"/>
              <a:gd name="connsiteX2" fmla="*/ 1025 w 1064986"/>
              <a:gd name="connsiteY2" fmla="*/ 1140955 h 1140955"/>
              <a:gd name="connsiteX3" fmla="*/ 0 w 1064986"/>
              <a:gd name="connsiteY3" fmla="*/ 0 h 1140955"/>
              <a:gd name="connsiteX0" fmla="*/ 1067155 w 1067155"/>
              <a:gd name="connsiteY0" fmla="*/ -1 h 733577"/>
              <a:gd name="connsiteX1" fmla="*/ 1067155 w 1067155"/>
              <a:gd name="connsiteY1" fmla="*/ 733577 h 733577"/>
              <a:gd name="connsiteX2" fmla="*/ 3194 w 1067155"/>
              <a:gd name="connsiteY2" fmla="*/ 733577 h 733577"/>
              <a:gd name="connsiteX3" fmla="*/ 0 w 1067155"/>
              <a:gd name="connsiteY3" fmla="*/ 84111 h 733577"/>
              <a:gd name="connsiteX0" fmla="*/ 1067155 w 1067155"/>
              <a:gd name="connsiteY0" fmla="*/ 8990 h 742568"/>
              <a:gd name="connsiteX1" fmla="*/ 1067155 w 1067155"/>
              <a:gd name="connsiteY1" fmla="*/ 742568 h 742568"/>
              <a:gd name="connsiteX2" fmla="*/ 3194 w 1067155"/>
              <a:gd name="connsiteY2" fmla="*/ 742568 h 742568"/>
              <a:gd name="connsiteX3" fmla="*/ 0 w 1067155"/>
              <a:gd name="connsiteY3" fmla="*/ 0 h 742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7155" h="742568">
                <a:moveTo>
                  <a:pt x="1067155" y="8990"/>
                </a:moveTo>
                <a:lnTo>
                  <a:pt x="1067155" y="742568"/>
                </a:lnTo>
                <a:lnTo>
                  <a:pt x="3194" y="742568"/>
                </a:lnTo>
                <a:cubicBezTo>
                  <a:pt x="3194" y="498042"/>
                  <a:pt x="0" y="0"/>
                  <a:pt x="0" y="0"/>
                </a:cubicBezTo>
              </a:path>
            </a:pathLst>
          </a:custGeom>
          <a:noFill/>
          <a:ln>
            <a:headEnd type="none"/>
            <a:tailEnd type="non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1752C14-1C2A-4D71-9066-1B79C9CA6254}"/>
                  </a:ext>
                </a:extLst>
              </p:cNvPr>
              <p:cNvSpPr txBox="1"/>
              <p:nvPr/>
            </p:nvSpPr>
            <p:spPr>
              <a:xfrm>
                <a:off x="4308865" y="4540405"/>
                <a:ext cx="72353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CN" alt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altLang="zh-CN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⊗</m:t>
                      </m:r>
                      <m:d>
                        <m:dPr>
                          <m:begChr m:val=""/>
                          <m:endChr m:val="⟩"/>
                          <m:ctrlPr>
                            <a:rPr lang="zh-CN" alt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zh-CN" altLang="en-US" sz="12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1752C14-1C2A-4D71-9066-1B79C9CA62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8865" y="4540405"/>
                <a:ext cx="723531" cy="184666"/>
              </a:xfrm>
              <a:prstGeom prst="rect">
                <a:avLst/>
              </a:prstGeom>
              <a:blipFill>
                <a:blip r:embed="rId25"/>
                <a:stretch>
                  <a:fillRect l="-21849" t="-176667" r="-31092" b="-26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0" name="TextBox 449">
            <a:extLst>
              <a:ext uri="{FF2B5EF4-FFF2-40B4-BE49-F238E27FC236}">
                <a16:creationId xmlns:a16="http://schemas.microsoft.com/office/drawing/2014/main" id="{CB5A6863-3ACC-12BD-503A-22A9BD48C1A3}"/>
              </a:ext>
            </a:extLst>
          </p:cNvPr>
          <p:cNvSpPr txBox="1"/>
          <p:nvPr/>
        </p:nvSpPr>
        <p:spPr>
          <a:xfrm>
            <a:off x="9070958" y="539764"/>
            <a:ext cx="1688680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dirty="0">
                <a:latin typeface="Arial" panose="020B0604020202020204" pitchFamily="34" charset="0"/>
                <a:cs typeface="Arial" panose="020B0604020202020204" pitchFamily="34" charset="0"/>
              </a:rPr>
              <a:t>Equi-VAE Embedder</a:t>
            </a:r>
            <a:endParaRPr lang="zh-CN" alt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494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137</Words>
  <Application>Microsoft Office PowerPoint</Application>
  <PresentationFormat>Widescreen</PresentationFormat>
  <Paragraphs>69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Hou, Bowen</dc:creator>
  <cp:lastModifiedBy>Hou, Bowen</cp:lastModifiedBy>
  <cp:revision>72</cp:revision>
  <dcterms:created xsi:type="dcterms:W3CDTF">2025-02-25T00:55:48Z</dcterms:created>
  <dcterms:modified xsi:type="dcterms:W3CDTF">2025-02-25T14:32:57Z</dcterms:modified>
</cp:coreProperties>
</file>