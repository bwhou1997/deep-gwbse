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2F2"/>
    <a:srgbClr val="FDEDEC"/>
    <a:srgbClr val="FFFFFF"/>
    <a:srgbClr val="FEFBFB"/>
    <a:srgbClr val="FBE3D6"/>
    <a:srgbClr val="FE9090"/>
    <a:srgbClr val="104862"/>
    <a:srgbClr val="C00000"/>
    <a:srgbClr val="CB2D2D"/>
    <a:srgbClr val="FF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69DFB0-DDBA-4BBA-A9E9-53B3513C4E3E}" v="308" dt="2025-02-26T02:57:42.177"/>
    <p1510:client id="{C9303CD7-D17E-4514-AC6E-4EFA4FDCDEDB}" v="73" dt="2025-02-25T19:07:14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9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u, Bowen" userId="cbd36780-c17d-4782-a6cd-6dd8a1dcdc2c" providerId="ADAL" clId="{A769DFB0-DDBA-4BBA-A9E9-53B3513C4E3E}"/>
    <pc:docChg chg="undo redo custSel addSld delSld modSld">
      <pc:chgData name="Hou, Bowen" userId="cbd36780-c17d-4782-a6cd-6dd8a1dcdc2c" providerId="ADAL" clId="{A769DFB0-DDBA-4BBA-A9E9-53B3513C4E3E}" dt="2025-02-26T03:36:45.378" v="2855" actId="47"/>
      <pc:docMkLst>
        <pc:docMk/>
      </pc:docMkLst>
      <pc:sldChg chg="addSp delSp modSp mod">
        <pc:chgData name="Hou, Bowen" userId="cbd36780-c17d-4782-a6cd-6dd8a1dcdc2c" providerId="ADAL" clId="{A769DFB0-DDBA-4BBA-A9E9-53B3513C4E3E}" dt="2025-02-26T02:52:15.305" v="2755" actId="1076"/>
        <pc:sldMkLst>
          <pc:docMk/>
          <pc:sldMk cId="340494126" sldId="257"/>
        </pc:sldMkLst>
        <pc:spChg chg="add del mod">
          <ac:chgData name="Hou, Bowen" userId="cbd36780-c17d-4782-a6cd-6dd8a1dcdc2c" providerId="ADAL" clId="{A769DFB0-DDBA-4BBA-A9E9-53B3513C4E3E}" dt="2025-02-26T00:58:05.594" v="219" actId="478"/>
          <ac:spMkLst>
            <pc:docMk/>
            <pc:sldMk cId="340494126" sldId="257"/>
            <ac:spMk id="14" creationId="{B0D828EF-6EBB-222B-2FB5-3EC8B72B0911}"/>
          </ac:spMkLst>
        </pc:spChg>
        <pc:spChg chg="mod">
          <ac:chgData name="Hou, Bowen" userId="cbd36780-c17d-4782-a6cd-6dd8a1dcdc2c" providerId="ADAL" clId="{A769DFB0-DDBA-4BBA-A9E9-53B3513C4E3E}" dt="2025-02-26T00:51:28.676" v="90" actId="571"/>
          <ac:spMkLst>
            <pc:docMk/>
            <pc:sldMk cId="340494126" sldId="257"/>
            <ac:spMk id="19" creationId="{68F75377-9C00-19D8-C439-AABE609EE417}"/>
          </ac:spMkLst>
        </pc:spChg>
        <pc:spChg chg="mod ord topLvl">
          <ac:chgData name="Hou, Bowen" userId="cbd36780-c17d-4782-a6cd-6dd8a1dcdc2c" providerId="ADAL" clId="{A769DFB0-DDBA-4BBA-A9E9-53B3513C4E3E}" dt="2025-02-26T01:58:37.284" v="1447" actId="1076"/>
          <ac:spMkLst>
            <pc:docMk/>
            <pc:sldMk cId="340494126" sldId="257"/>
            <ac:spMk id="20" creationId="{09B1C4CE-6F10-2E31-CB69-8E176A010D34}"/>
          </ac:spMkLst>
        </pc:spChg>
        <pc:spChg chg="mod">
          <ac:chgData name="Hou, Bowen" userId="cbd36780-c17d-4782-a6cd-6dd8a1dcdc2c" providerId="ADAL" clId="{A769DFB0-DDBA-4BBA-A9E9-53B3513C4E3E}" dt="2025-02-26T00:51:28.676" v="90" actId="571"/>
          <ac:spMkLst>
            <pc:docMk/>
            <pc:sldMk cId="340494126" sldId="257"/>
            <ac:spMk id="21" creationId="{1088B338-A9E1-1075-8D5B-7E936E996942}"/>
          </ac:spMkLst>
        </pc:spChg>
        <pc:spChg chg="mod">
          <ac:chgData name="Hou, Bowen" userId="cbd36780-c17d-4782-a6cd-6dd8a1dcdc2c" providerId="ADAL" clId="{A769DFB0-DDBA-4BBA-A9E9-53B3513C4E3E}" dt="2025-02-26T01:58:52.921" v="1451" actId="1076"/>
          <ac:spMkLst>
            <pc:docMk/>
            <pc:sldMk cId="340494126" sldId="257"/>
            <ac:spMk id="23" creationId="{40540733-0609-42AC-A036-D919A7FD8281}"/>
          </ac:spMkLst>
        </pc:spChg>
        <pc:spChg chg="mod">
          <ac:chgData name="Hou, Bowen" userId="cbd36780-c17d-4782-a6cd-6dd8a1dcdc2c" providerId="ADAL" clId="{A769DFB0-DDBA-4BBA-A9E9-53B3513C4E3E}" dt="2025-02-26T01:33:19.271" v="1177" actId="1036"/>
          <ac:spMkLst>
            <pc:docMk/>
            <pc:sldMk cId="340494126" sldId="257"/>
            <ac:spMk id="24" creationId="{2F750836-EC39-C432-C24B-9D3E95A81DE6}"/>
          </ac:spMkLst>
        </pc:spChg>
        <pc:spChg chg="mod">
          <ac:chgData name="Hou, Bowen" userId="cbd36780-c17d-4782-a6cd-6dd8a1dcdc2c" providerId="ADAL" clId="{A769DFB0-DDBA-4BBA-A9E9-53B3513C4E3E}" dt="2025-02-26T01:58:39.731" v="1448" actId="14100"/>
          <ac:spMkLst>
            <pc:docMk/>
            <pc:sldMk cId="340494126" sldId="257"/>
            <ac:spMk id="25" creationId="{6CA1F3AD-296A-1750-3A20-6F297167727A}"/>
          </ac:spMkLst>
        </pc:spChg>
        <pc:spChg chg="mod">
          <ac:chgData name="Hou, Bowen" userId="cbd36780-c17d-4782-a6cd-6dd8a1dcdc2c" providerId="ADAL" clId="{A769DFB0-DDBA-4BBA-A9E9-53B3513C4E3E}" dt="2025-02-26T00:51:28.676" v="90" actId="571"/>
          <ac:spMkLst>
            <pc:docMk/>
            <pc:sldMk cId="340494126" sldId="257"/>
            <ac:spMk id="26" creationId="{E057D616-484F-9549-1402-6C920977BA4A}"/>
          </ac:spMkLst>
        </pc:spChg>
        <pc:spChg chg="mod">
          <ac:chgData name="Hou, Bowen" userId="cbd36780-c17d-4782-a6cd-6dd8a1dcdc2c" providerId="ADAL" clId="{A769DFB0-DDBA-4BBA-A9E9-53B3513C4E3E}" dt="2025-02-26T02:21:56.950" v="1835" actId="20577"/>
          <ac:spMkLst>
            <pc:docMk/>
            <pc:sldMk cId="340494126" sldId="257"/>
            <ac:spMk id="28" creationId="{C70B5138-56A8-75CB-BA47-9DB23F841A8C}"/>
          </ac:spMkLst>
        </pc:spChg>
        <pc:spChg chg="mod">
          <ac:chgData name="Hou, Bowen" userId="cbd36780-c17d-4782-a6cd-6dd8a1dcdc2c" providerId="ADAL" clId="{A769DFB0-DDBA-4BBA-A9E9-53B3513C4E3E}" dt="2025-02-26T00:52:01.827" v="95" actId="14100"/>
          <ac:spMkLst>
            <pc:docMk/>
            <pc:sldMk cId="340494126" sldId="257"/>
            <ac:spMk id="29" creationId="{F9241C23-D731-835C-E63E-C707888B2DED}"/>
          </ac:spMkLst>
        </pc:spChg>
        <pc:spChg chg="mod">
          <ac:chgData name="Hou, Bowen" userId="cbd36780-c17d-4782-a6cd-6dd8a1dcdc2c" providerId="ADAL" clId="{A769DFB0-DDBA-4BBA-A9E9-53B3513C4E3E}" dt="2025-02-26T00:51:28.676" v="90" actId="571"/>
          <ac:spMkLst>
            <pc:docMk/>
            <pc:sldMk cId="340494126" sldId="257"/>
            <ac:spMk id="31" creationId="{9FCF3843-D522-98F3-F5EE-6E1FE5AAE3C3}"/>
          </ac:spMkLst>
        </pc:spChg>
        <pc:spChg chg="mod">
          <ac:chgData name="Hou, Bowen" userId="cbd36780-c17d-4782-a6cd-6dd8a1dcdc2c" providerId="ADAL" clId="{A769DFB0-DDBA-4BBA-A9E9-53B3513C4E3E}" dt="2025-02-26T00:51:28.676" v="90" actId="571"/>
          <ac:spMkLst>
            <pc:docMk/>
            <pc:sldMk cId="340494126" sldId="257"/>
            <ac:spMk id="32" creationId="{BA2CB62A-8B86-D08F-D889-28C442F25FF0}"/>
          </ac:spMkLst>
        </pc:spChg>
        <pc:spChg chg="del mod ord topLvl">
          <ac:chgData name="Hou, Bowen" userId="cbd36780-c17d-4782-a6cd-6dd8a1dcdc2c" providerId="ADAL" clId="{A769DFB0-DDBA-4BBA-A9E9-53B3513C4E3E}" dt="2025-02-26T01:45:07.840" v="1274" actId="478"/>
          <ac:spMkLst>
            <pc:docMk/>
            <pc:sldMk cId="340494126" sldId="257"/>
            <ac:spMk id="43" creationId="{1360BA30-5BF2-11B9-39AE-576E3A2EA90A}"/>
          </ac:spMkLst>
        </pc:spChg>
        <pc:spChg chg="mod topLvl">
          <ac:chgData name="Hou, Bowen" userId="cbd36780-c17d-4782-a6cd-6dd8a1dcdc2c" providerId="ADAL" clId="{A769DFB0-DDBA-4BBA-A9E9-53B3513C4E3E}" dt="2025-02-26T01:58:00.713" v="1434" actId="1038"/>
          <ac:spMkLst>
            <pc:docMk/>
            <pc:sldMk cId="340494126" sldId="257"/>
            <ac:spMk id="46" creationId="{5CD321E6-6270-0EE4-F772-5FF9EDA84ABF}"/>
          </ac:spMkLst>
        </pc:spChg>
        <pc:spChg chg="mod">
          <ac:chgData name="Hou, Bowen" userId="cbd36780-c17d-4782-a6cd-6dd8a1dcdc2c" providerId="ADAL" clId="{A769DFB0-DDBA-4BBA-A9E9-53B3513C4E3E}" dt="2025-02-26T00:51:28.676" v="90" actId="571"/>
          <ac:spMkLst>
            <pc:docMk/>
            <pc:sldMk cId="340494126" sldId="257"/>
            <ac:spMk id="47" creationId="{21013571-2ED6-D12D-A762-57B8D9855B27}"/>
          </ac:spMkLst>
        </pc:spChg>
        <pc:spChg chg="mod topLvl">
          <ac:chgData name="Hou, Bowen" userId="cbd36780-c17d-4782-a6cd-6dd8a1dcdc2c" providerId="ADAL" clId="{A769DFB0-DDBA-4BBA-A9E9-53B3513C4E3E}" dt="2025-02-26T01:32:50.502" v="1171" actId="207"/>
          <ac:spMkLst>
            <pc:docMk/>
            <pc:sldMk cId="340494126" sldId="257"/>
            <ac:spMk id="49" creationId="{61752C14-1C2A-4D71-9066-1B79C9CA6254}"/>
          </ac:spMkLst>
        </pc:spChg>
        <pc:spChg chg="mod">
          <ac:chgData name="Hou, Bowen" userId="cbd36780-c17d-4782-a6cd-6dd8a1dcdc2c" providerId="ADAL" clId="{A769DFB0-DDBA-4BBA-A9E9-53B3513C4E3E}" dt="2025-02-26T01:54:12.106" v="1403" actId="122"/>
          <ac:spMkLst>
            <pc:docMk/>
            <pc:sldMk cId="340494126" sldId="257"/>
            <ac:spMk id="50" creationId="{4BFBA64F-F329-5817-B467-17BBDADE0462}"/>
          </ac:spMkLst>
        </pc:spChg>
        <pc:spChg chg="mod">
          <ac:chgData name="Hou, Bowen" userId="cbd36780-c17d-4782-a6cd-6dd8a1dcdc2c" providerId="ADAL" clId="{A769DFB0-DDBA-4BBA-A9E9-53B3513C4E3E}" dt="2025-02-26T00:56:58.490" v="195" actId="1035"/>
          <ac:spMkLst>
            <pc:docMk/>
            <pc:sldMk cId="340494126" sldId="257"/>
            <ac:spMk id="54" creationId="{AAB3119B-6114-4DA7-F55A-931D17F014F1}"/>
          </ac:spMkLst>
        </pc:spChg>
        <pc:spChg chg="mod">
          <ac:chgData name="Hou, Bowen" userId="cbd36780-c17d-4782-a6cd-6dd8a1dcdc2c" providerId="ADAL" clId="{A769DFB0-DDBA-4BBA-A9E9-53B3513C4E3E}" dt="2025-02-26T01:53:57.744" v="1400" actId="208"/>
          <ac:spMkLst>
            <pc:docMk/>
            <pc:sldMk cId="340494126" sldId="257"/>
            <ac:spMk id="55" creationId="{98A5F899-C69E-82FF-B84D-98A10D8FF88C}"/>
          </ac:spMkLst>
        </pc:spChg>
        <pc:spChg chg="del mod">
          <ac:chgData name="Hou, Bowen" userId="cbd36780-c17d-4782-a6cd-6dd8a1dcdc2c" providerId="ADAL" clId="{A769DFB0-DDBA-4BBA-A9E9-53B3513C4E3E}" dt="2025-02-26T00:54:23.554" v="151" actId="478"/>
          <ac:spMkLst>
            <pc:docMk/>
            <pc:sldMk cId="340494126" sldId="257"/>
            <ac:spMk id="56" creationId="{E8021E42-ECC1-F546-6898-CBA1AA1BE632}"/>
          </ac:spMkLst>
        </pc:spChg>
        <pc:spChg chg="mod">
          <ac:chgData name="Hou, Bowen" userId="cbd36780-c17d-4782-a6cd-6dd8a1dcdc2c" providerId="ADAL" clId="{A769DFB0-DDBA-4BBA-A9E9-53B3513C4E3E}" dt="2025-02-26T00:51:28.676" v="90" actId="571"/>
          <ac:spMkLst>
            <pc:docMk/>
            <pc:sldMk cId="340494126" sldId="257"/>
            <ac:spMk id="61" creationId="{624E4D19-25F3-8921-4C9D-6CEB9E67C772}"/>
          </ac:spMkLst>
        </pc:spChg>
        <pc:spChg chg="del mod">
          <ac:chgData name="Hou, Bowen" userId="cbd36780-c17d-4782-a6cd-6dd8a1dcdc2c" providerId="ADAL" clId="{A769DFB0-DDBA-4BBA-A9E9-53B3513C4E3E}" dt="2025-02-26T01:22:50.007" v="872" actId="478"/>
          <ac:spMkLst>
            <pc:docMk/>
            <pc:sldMk cId="340494126" sldId="257"/>
            <ac:spMk id="66" creationId="{297CA310-143A-B7FF-4E19-45A5184C2590}"/>
          </ac:spMkLst>
        </pc:spChg>
        <pc:spChg chg="mod">
          <ac:chgData name="Hou, Bowen" userId="cbd36780-c17d-4782-a6cd-6dd8a1dcdc2c" providerId="ADAL" clId="{A769DFB0-DDBA-4BBA-A9E9-53B3513C4E3E}" dt="2025-02-26T01:20:07.992" v="827" actId="207"/>
          <ac:spMkLst>
            <pc:docMk/>
            <pc:sldMk cId="340494126" sldId="257"/>
            <ac:spMk id="69" creationId="{28FB4922-107F-D00A-74A1-E92D062BE97C}"/>
          </ac:spMkLst>
        </pc:spChg>
        <pc:spChg chg="del mod">
          <ac:chgData name="Hou, Bowen" userId="cbd36780-c17d-4782-a6cd-6dd8a1dcdc2c" providerId="ADAL" clId="{A769DFB0-DDBA-4BBA-A9E9-53B3513C4E3E}" dt="2025-02-26T01:18:58.645" v="802" actId="478"/>
          <ac:spMkLst>
            <pc:docMk/>
            <pc:sldMk cId="340494126" sldId="257"/>
            <ac:spMk id="70" creationId="{B6C5BC15-3976-FF79-55DA-D4185937DFBC}"/>
          </ac:spMkLst>
        </pc:spChg>
        <pc:spChg chg="mod">
          <ac:chgData name="Hou, Bowen" userId="cbd36780-c17d-4782-a6cd-6dd8a1dcdc2c" providerId="ADAL" clId="{A769DFB0-DDBA-4BBA-A9E9-53B3513C4E3E}" dt="2025-02-26T01:20:07.992" v="827" actId="207"/>
          <ac:spMkLst>
            <pc:docMk/>
            <pc:sldMk cId="340494126" sldId="257"/>
            <ac:spMk id="71" creationId="{AC9FCE48-816C-051F-78D9-4B5541DB3156}"/>
          </ac:spMkLst>
        </pc:spChg>
        <pc:spChg chg="mod">
          <ac:chgData name="Hou, Bowen" userId="cbd36780-c17d-4782-a6cd-6dd8a1dcdc2c" providerId="ADAL" clId="{A769DFB0-DDBA-4BBA-A9E9-53B3513C4E3E}" dt="2025-02-26T01:20:07.992" v="827" actId="207"/>
          <ac:spMkLst>
            <pc:docMk/>
            <pc:sldMk cId="340494126" sldId="257"/>
            <ac:spMk id="72" creationId="{F60117F7-0495-E635-CADD-8EDAC6A5AF1C}"/>
          </ac:spMkLst>
        </pc:spChg>
        <pc:spChg chg="add mod">
          <ac:chgData name="Hou, Bowen" userId="cbd36780-c17d-4782-a6cd-6dd8a1dcdc2c" providerId="ADAL" clId="{A769DFB0-DDBA-4BBA-A9E9-53B3513C4E3E}" dt="2025-02-26T01:23:00.917" v="889" actId="1035"/>
          <ac:spMkLst>
            <pc:docMk/>
            <pc:sldMk cId="340494126" sldId="257"/>
            <ac:spMk id="73" creationId="{68238376-71B6-7CEC-C76B-AC9E2346B039}"/>
          </ac:spMkLst>
        </pc:spChg>
        <pc:spChg chg="del mod">
          <ac:chgData name="Hou, Bowen" userId="cbd36780-c17d-4782-a6cd-6dd8a1dcdc2c" providerId="ADAL" clId="{A769DFB0-DDBA-4BBA-A9E9-53B3513C4E3E}" dt="2025-02-26T01:22:47.248" v="871" actId="478"/>
          <ac:spMkLst>
            <pc:docMk/>
            <pc:sldMk cId="340494126" sldId="257"/>
            <ac:spMk id="76" creationId="{E2874E62-2B85-F9FD-C554-243361015859}"/>
          </ac:spMkLst>
        </pc:spChg>
        <pc:spChg chg="mod">
          <ac:chgData name="Hou, Bowen" userId="cbd36780-c17d-4782-a6cd-6dd8a1dcdc2c" providerId="ADAL" clId="{A769DFB0-DDBA-4BBA-A9E9-53B3513C4E3E}" dt="2025-02-26T01:18:53.594" v="800"/>
          <ac:spMkLst>
            <pc:docMk/>
            <pc:sldMk cId="340494126" sldId="257"/>
            <ac:spMk id="79" creationId="{862BF77E-E3A4-6F55-72B7-F1FFF343BE77}"/>
          </ac:spMkLst>
        </pc:spChg>
        <pc:spChg chg="del mod">
          <ac:chgData name="Hou, Bowen" userId="cbd36780-c17d-4782-a6cd-6dd8a1dcdc2c" providerId="ADAL" clId="{A769DFB0-DDBA-4BBA-A9E9-53B3513C4E3E}" dt="2025-02-26T01:19:00.041" v="803" actId="478"/>
          <ac:spMkLst>
            <pc:docMk/>
            <pc:sldMk cId="340494126" sldId="257"/>
            <ac:spMk id="80" creationId="{66D73311-B936-A930-1569-2E0910F393F5}"/>
          </ac:spMkLst>
        </pc:spChg>
        <pc:spChg chg="mod">
          <ac:chgData name="Hou, Bowen" userId="cbd36780-c17d-4782-a6cd-6dd8a1dcdc2c" providerId="ADAL" clId="{A769DFB0-DDBA-4BBA-A9E9-53B3513C4E3E}" dt="2025-02-26T01:18:53.594" v="800"/>
          <ac:spMkLst>
            <pc:docMk/>
            <pc:sldMk cId="340494126" sldId="257"/>
            <ac:spMk id="81" creationId="{0303B653-16BE-37BF-1A76-BD10715957F5}"/>
          </ac:spMkLst>
        </pc:spChg>
        <pc:spChg chg="mod">
          <ac:chgData name="Hou, Bowen" userId="cbd36780-c17d-4782-a6cd-6dd8a1dcdc2c" providerId="ADAL" clId="{A769DFB0-DDBA-4BBA-A9E9-53B3513C4E3E}" dt="2025-02-26T01:18:53.594" v="800"/>
          <ac:spMkLst>
            <pc:docMk/>
            <pc:sldMk cId="340494126" sldId="257"/>
            <ac:spMk id="82" creationId="{6943FAEF-9C5A-FD94-1469-BC8698B6490E}"/>
          </ac:spMkLst>
        </pc:spChg>
        <pc:spChg chg="add mod">
          <ac:chgData name="Hou, Bowen" userId="cbd36780-c17d-4782-a6cd-6dd8a1dcdc2c" providerId="ADAL" clId="{A769DFB0-DDBA-4BBA-A9E9-53B3513C4E3E}" dt="2025-02-26T01:31:43.126" v="1165" actId="207"/>
          <ac:spMkLst>
            <pc:docMk/>
            <pc:sldMk cId="340494126" sldId="257"/>
            <ac:spMk id="83" creationId="{7D431DA5-A1FE-3541-B6C6-4D9D3D68C0FA}"/>
          </ac:spMkLst>
        </pc:spChg>
        <pc:spChg chg="add mod">
          <ac:chgData name="Hou, Bowen" userId="cbd36780-c17d-4782-a6cd-6dd8a1dcdc2c" providerId="ADAL" clId="{A769DFB0-DDBA-4BBA-A9E9-53B3513C4E3E}" dt="2025-02-26T01:27:52.384" v="1107" actId="207"/>
          <ac:spMkLst>
            <pc:docMk/>
            <pc:sldMk cId="340494126" sldId="257"/>
            <ac:spMk id="84" creationId="{660923C6-0219-D843-2DE2-742F6A744BC8}"/>
          </ac:spMkLst>
        </pc:spChg>
        <pc:spChg chg="add mod">
          <ac:chgData name="Hou, Bowen" userId="cbd36780-c17d-4782-a6cd-6dd8a1dcdc2c" providerId="ADAL" clId="{A769DFB0-DDBA-4BBA-A9E9-53B3513C4E3E}" dt="2025-02-26T01:28:37.556" v="1113" actId="164"/>
          <ac:spMkLst>
            <pc:docMk/>
            <pc:sldMk cId="340494126" sldId="257"/>
            <ac:spMk id="86" creationId="{E507E9F2-ACDC-73BE-A51B-81BDD52657E9}"/>
          </ac:spMkLst>
        </pc:spChg>
        <pc:spChg chg="add del mod">
          <ac:chgData name="Hou, Bowen" userId="cbd36780-c17d-4782-a6cd-6dd8a1dcdc2c" providerId="ADAL" clId="{A769DFB0-DDBA-4BBA-A9E9-53B3513C4E3E}" dt="2025-02-26T01:22:28.822" v="865" actId="478"/>
          <ac:spMkLst>
            <pc:docMk/>
            <pc:sldMk cId="340494126" sldId="257"/>
            <ac:spMk id="87" creationId="{01DC00FE-0099-F462-55EE-3EA39FE89662}"/>
          </ac:spMkLst>
        </pc:spChg>
        <pc:spChg chg="add del mod">
          <ac:chgData name="Hou, Bowen" userId="cbd36780-c17d-4782-a6cd-6dd8a1dcdc2c" providerId="ADAL" clId="{A769DFB0-DDBA-4BBA-A9E9-53B3513C4E3E}" dt="2025-02-26T01:22:30.342" v="866" actId="478"/>
          <ac:spMkLst>
            <pc:docMk/>
            <pc:sldMk cId="340494126" sldId="257"/>
            <ac:spMk id="88" creationId="{E2B30AF1-85F6-9AC2-2F8E-BA9F7BEDDD3F}"/>
          </ac:spMkLst>
        </pc:spChg>
        <pc:spChg chg="del mod">
          <ac:chgData name="Hou, Bowen" userId="cbd36780-c17d-4782-a6cd-6dd8a1dcdc2c" providerId="ADAL" clId="{A769DFB0-DDBA-4BBA-A9E9-53B3513C4E3E}" dt="2025-02-26T01:22:38.682" v="869" actId="478"/>
          <ac:spMkLst>
            <pc:docMk/>
            <pc:sldMk cId="340494126" sldId="257"/>
            <ac:spMk id="91" creationId="{1A9A1E27-3579-F31F-4716-3CA162F22A12}"/>
          </ac:spMkLst>
        </pc:spChg>
        <pc:spChg chg="del mod">
          <ac:chgData name="Hou, Bowen" userId="cbd36780-c17d-4782-a6cd-6dd8a1dcdc2c" providerId="ADAL" clId="{A769DFB0-DDBA-4BBA-A9E9-53B3513C4E3E}" dt="2025-02-26T01:22:32.942" v="867" actId="478"/>
          <ac:spMkLst>
            <pc:docMk/>
            <pc:sldMk cId="340494126" sldId="257"/>
            <ac:spMk id="93" creationId="{51D9F67E-EC9D-0FCB-C194-258B22808B82}"/>
          </ac:spMkLst>
        </pc:spChg>
        <pc:spChg chg="del mod">
          <ac:chgData name="Hou, Bowen" userId="cbd36780-c17d-4782-a6cd-6dd8a1dcdc2c" providerId="ADAL" clId="{A769DFB0-DDBA-4BBA-A9E9-53B3513C4E3E}" dt="2025-02-26T01:22:34.390" v="868" actId="478"/>
          <ac:spMkLst>
            <pc:docMk/>
            <pc:sldMk cId="340494126" sldId="257"/>
            <ac:spMk id="94" creationId="{C3061DDB-56DB-B6A4-E26A-23EB7EC32889}"/>
          </ac:spMkLst>
        </pc:spChg>
        <pc:spChg chg="mod">
          <ac:chgData name="Hou, Bowen" userId="cbd36780-c17d-4782-a6cd-6dd8a1dcdc2c" providerId="ADAL" clId="{A769DFB0-DDBA-4BBA-A9E9-53B3513C4E3E}" dt="2025-02-26T01:25:05.203" v="1079" actId="207"/>
          <ac:spMkLst>
            <pc:docMk/>
            <pc:sldMk cId="340494126" sldId="257"/>
            <ac:spMk id="96" creationId="{D9667B51-64A1-290D-CDFF-413CFD5ADA36}"/>
          </ac:spMkLst>
        </pc:spChg>
        <pc:spChg chg="del mod">
          <ac:chgData name="Hou, Bowen" userId="cbd36780-c17d-4782-a6cd-6dd8a1dcdc2c" providerId="ADAL" clId="{A769DFB0-DDBA-4BBA-A9E9-53B3513C4E3E}" dt="2025-02-26T01:25:38.962" v="1089" actId="478"/>
          <ac:spMkLst>
            <pc:docMk/>
            <pc:sldMk cId="340494126" sldId="257"/>
            <ac:spMk id="98" creationId="{E87BAA04-7E7F-45B9-F6C2-1FFE925E191F}"/>
          </ac:spMkLst>
        </pc:spChg>
        <pc:spChg chg="mod">
          <ac:chgData name="Hou, Bowen" userId="cbd36780-c17d-4782-a6cd-6dd8a1dcdc2c" providerId="ADAL" clId="{A769DFB0-DDBA-4BBA-A9E9-53B3513C4E3E}" dt="2025-02-26T01:25:53.170" v="1092" actId="1076"/>
          <ac:spMkLst>
            <pc:docMk/>
            <pc:sldMk cId="340494126" sldId="257"/>
            <ac:spMk id="99" creationId="{E8E382E8-2A55-3C73-DF01-11CBE3AEEE94}"/>
          </ac:spMkLst>
        </pc:spChg>
        <pc:spChg chg="mod">
          <ac:chgData name="Hou, Bowen" userId="cbd36780-c17d-4782-a6cd-6dd8a1dcdc2c" providerId="ADAL" clId="{A769DFB0-DDBA-4BBA-A9E9-53B3513C4E3E}" dt="2025-02-26T01:25:53.170" v="1092" actId="1076"/>
          <ac:spMkLst>
            <pc:docMk/>
            <pc:sldMk cId="340494126" sldId="257"/>
            <ac:spMk id="100" creationId="{11EC783F-5C1D-517E-D2F5-2A48F137F192}"/>
          </ac:spMkLst>
        </pc:spChg>
        <pc:spChg chg="mod">
          <ac:chgData name="Hou, Bowen" userId="cbd36780-c17d-4782-a6cd-6dd8a1dcdc2c" providerId="ADAL" clId="{A769DFB0-DDBA-4BBA-A9E9-53B3513C4E3E}" dt="2025-02-26T01:22:43.012" v="870" actId="165"/>
          <ac:spMkLst>
            <pc:docMk/>
            <pc:sldMk cId="340494126" sldId="257"/>
            <ac:spMk id="102" creationId="{47FDA27F-A44E-D7B6-F2BA-D1C41C11800F}"/>
          </ac:spMkLst>
        </pc:spChg>
        <pc:spChg chg="mod">
          <ac:chgData name="Hou, Bowen" userId="cbd36780-c17d-4782-a6cd-6dd8a1dcdc2c" providerId="ADAL" clId="{A769DFB0-DDBA-4BBA-A9E9-53B3513C4E3E}" dt="2025-02-26T01:22:43.012" v="870" actId="165"/>
          <ac:spMkLst>
            <pc:docMk/>
            <pc:sldMk cId="340494126" sldId="257"/>
            <ac:spMk id="105" creationId="{AA21008B-2BBB-79B1-A63A-97504860FDF6}"/>
          </ac:spMkLst>
        </pc:spChg>
        <pc:spChg chg="mod">
          <ac:chgData name="Hou, Bowen" userId="cbd36780-c17d-4782-a6cd-6dd8a1dcdc2c" providerId="ADAL" clId="{A769DFB0-DDBA-4BBA-A9E9-53B3513C4E3E}" dt="2025-02-26T01:22:43.012" v="870" actId="165"/>
          <ac:spMkLst>
            <pc:docMk/>
            <pc:sldMk cId="340494126" sldId="257"/>
            <ac:spMk id="106" creationId="{44639FEC-6EE8-1BC7-F684-E9649D010B6A}"/>
          </ac:spMkLst>
        </pc:spChg>
        <pc:spChg chg="mod">
          <ac:chgData name="Hou, Bowen" userId="cbd36780-c17d-4782-a6cd-6dd8a1dcdc2c" providerId="ADAL" clId="{A769DFB0-DDBA-4BBA-A9E9-53B3513C4E3E}" dt="2025-02-26T01:22:43.012" v="870" actId="165"/>
          <ac:spMkLst>
            <pc:docMk/>
            <pc:sldMk cId="340494126" sldId="257"/>
            <ac:spMk id="107" creationId="{313D1BB0-21C1-6314-8603-5B66A95BEBBF}"/>
          </ac:spMkLst>
        </pc:spChg>
        <pc:spChg chg="mod">
          <ac:chgData name="Hou, Bowen" userId="cbd36780-c17d-4782-a6cd-6dd8a1dcdc2c" providerId="ADAL" clId="{A769DFB0-DDBA-4BBA-A9E9-53B3513C4E3E}" dt="2025-02-26T01:25:22.525" v="1084" actId="207"/>
          <ac:spMkLst>
            <pc:docMk/>
            <pc:sldMk cId="340494126" sldId="257"/>
            <ac:spMk id="112" creationId="{9F6DC92C-F756-993C-0DE0-A04053B538E0}"/>
          </ac:spMkLst>
        </pc:spChg>
        <pc:spChg chg="mod">
          <ac:chgData name="Hou, Bowen" userId="cbd36780-c17d-4782-a6cd-6dd8a1dcdc2c" providerId="ADAL" clId="{A769DFB0-DDBA-4BBA-A9E9-53B3513C4E3E}" dt="2025-02-26T01:25:22.525" v="1084" actId="207"/>
          <ac:spMkLst>
            <pc:docMk/>
            <pc:sldMk cId="340494126" sldId="257"/>
            <ac:spMk id="115" creationId="{3E264E96-4BD1-7F8D-9180-2F13F9C72970}"/>
          </ac:spMkLst>
        </pc:spChg>
        <pc:spChg chg="del mod">
          <ac:chgData name="Hou, Bowen" userId="cbd36780-c17d-4782-a6cd-6dd8a1dcdc2c" providerId="ADAL" clId="{A769DFB0-DDBA-4BBA-A9E9-53B3513C4E3E}" dt="2025-02-26T01:25:40.854" v="1090" actId="478"/>
          <ac:spMkLst>
            <pc:docMk/>
            <pc:sldMk cId="340494126" sldId="257"/>
            <ac:spMk id="116" creationId="{FE2F99B4-C060-7562-AF64-CED9C46B16B3}"/>
          </ac:spMkLst>
        </pc:spChg>
        <pc:spChg chg="mod">
          <ac:chgData name="Hou, Bowen" userId="cbd36780-c17d-4782-a6cd-6dd8a1dcdc2c" providerId="ADAL" clId="{A769DFB0-DDBA-4BBA-A9E9-53B3513C4E3E}" dt="2025-02-26T01:25:22.525" v="1084" actId="207"/>
          <ac:spMkLst>
            <pc:docMk/>
            <pc:sldMk cId="340494126" sldId="257"/>
            <ac:spMk id="117" creationId="{DCF66AFB-EEE1-5899-CFDF-A89F7011ADB2}"/>
          </ac:spMkLst>
        </pc:spChg>
        <pc:spChg chg="add mod">
          <ac:chgData name="Hou, Bowen" userId="cbd36780-c17d-4782-a6cd-6dd8a1dcdc2c" providerId="ADAL" clId="{A769DFB0-DDBA-4BBA-A9E9-53B3513C4E3E}" dt="2025-02-26T01:40:10.609" v="1181" actId="164"/>
          <ac:spMkLst>
            <pc:docMk/>
            <pc:sldMk cId="340494126" sldId="257"/>
            <ac:spMk id="124" creationId="{F00C1FF9-88D4-FB0C-FFF0-752398FCDEA4}"/>
          </ac:spMkLst>
        </pc:spChg>
        <pc:spChg chg="add mod">
          <ac:chgData name="Hou, Bowen" userId="cbd36780-c17d-4782-a6cd-6dd8a1dcdc2c" providerId="ADAL" clId="{A769DFB0-DDBA-4BBA-A9E9-53B3513C4E3E}" dt="2025-02-26T01:29:54.983" v="1141"/>
          <ac:spMkLst>
            <pc:docMk/>
            <pc:sldMk cId="340494126" sldId="257"/>
            <ac:spMk id="125" creationId="{863FC29C-5161-5A21-6116-7F5041B1582F}"/>
          </ac:spMkLst>
        </pc:spChg>
        <pc:spChg chg="add mod">
          <ac:chgData name="Hou, Bowen" userId="cbd36780-c17d-4782-a6cd-6dd8a1dcdc2c" providerId="ADAL" clId="{A769DFB0-DDBA-4BBA-A9E9-53B3513C4E3E}" dt="2025-02-26T01:30:01.272" v="1144" actId="1076"/>
          <ac:spMkLst>
            <pc:docMk/>
            <pc:sldMk cId="340494126" sldId="257"/>
            <ac:spMk id="126" creationId="{0F63798B-CB83-21F1-DA0F-11DE1EC11CAE}"/>
          </ac:spMkLst>
        </pc:spChg>
        <pc:spChg chg="add mod">
          <ac:chgData name="Hou, Bowen" userId="cbd36780-c17d-4782-a6cd-6dd8a1dcdc2c" providerId="ADAL" clId="{A769DFB0-DDBA-4BBA-A9E9-53B3513C4E3E}" dt="2025-02-26T01:30:03.654" v="1145"/>
          <ac:spMkLst>
            <pc:docMk/>
            <pc:sldMk cId="340494126" sldId="257"/>
            <ac:spMk id="127" creationId="{5A785DCA-DE7F-B8F2-EA01-F31DB8A5078D}"/>
          </ac:spMkLst>
        </pc:spChg>
        <pc:spChg chg="add mod">
          <ac:chgData name="Hou, Bowen" userId="cbd36780-c17d-4782-a6cd-6dd8a1dcdc2c" providerId="ADAL" clId="{A769DFB0-DDBA-4BBA-A9E9-53B3513C4E3E}" dt="2025-02-26T01:30:03.654" v="1145"/>
          <ac:spMkLst>
            <pc:docMk/>
            <pc:sldMk cId="340494126" sldId="257"/>
            <ac:spMk id="128" creationId="{BD7E3D80-CF6E-DA96-02AC-23EF81EAA589}"/>
          </ac:spMkLst>
        </pc:spChg>
        <pc:spChg chg="add mod">
          <ac:chgData name="Hou, Bowen" userId="cbd36780-c17d-4782-a6cd-6dd8a1dcdc2c" providerId="ADAL" clId="{A769DFB0-DDBA-4BBA-A9E9-53B3513C4E3E}" dt="2025-02-26T02:06:16.184" v="1584" actId="207"/>
          <ac:spMkLst>
            <pc:docMk/>
            <pc:sldMk cId="340494126" sldId="257"/>
            <ac:spMk id="130" creationId="{137137A3-FC58-5069-92FE-B68A92163B8E}"/>
          </ac:spMkLst>
        </pc:spChg>
        <pc:spChg chg="add mod">
          <ac:chgData name="Hou, Bowen" userId="cbd36780-c17d-4782-a6cd-6dd8a1dcdc2c" providerId="ADAL" clId="{A769DFB0-DDBA-4BBA-A9E9-53B3513C4E3E}" dt="2025-02-26T01:48:44.702" v="1307"/>
          <ac:spMkLst>
            <pc:docMk/>
            <pc:sldMk cId="340494126" sldId="257"/>
            <ac:spMk id="138" creationId="{6FFDEB1E-4A0D-19D0-527C-1233C95F54BC}"/>
          </ac:spMkLst>
        </pc:spChg>
        <pc:spChg chg="add mod">
          <ac:chgData name="Hou, Bowen" userId="cbd36780-c17d-4782-a6cd-6dd8a1dcdc2c" providerId="ADAL" clId="{A769DFB0-DDBA-4BBA-A9E9-53B3513C4E3E}" dt="2025-02-26T02:00:18.785" v="1463" actId="14100"/>
          <ac:spMkLst>
            <pc:docMk/>
            <pc:sldMk cId="340494126" sldId="257"/>
            <ac:spMk id="139" creationId="{2DD9ADF3-AD76-E2F9-E200-5B79F7423F71}"/>
          </ac:spMkLst>
        </pc:spChg>
        <pc:spChg chg="add mod">
          <ac:chgData name="Hou, Bowen" userId="cbd36780-c17d-4782-a6cd-6dd8a1dcdc2c" providerId="ADAL" clId="{A769DFB0-DDBA-4BBA-A9E9-53B3513C4E3E}" dt="2025-02-26T02:48:33.199" v="2701" actId="1076"/>
          <ac:spMkLst>
            <pc:docMk/>
            <pc:sldMk cId="340494126" sldId="257"/>
            <ac:spMk id="150" creationId="{21D86525-99B3-58B7-5833-A552B5C24EA8}"/>
          </ac:spMkLst>
        </pc:spChg>
        <pc:spChg chg="mod">
          <ac:chgData name="Hou, Bowen" userId="cbd36780-c17d-4782-a6cd-6dd8a1dcdc2c" providerId="ADAL" clId="{A769DFB0-DDBA-4BBA-A9E9-53B3513C4E3E}" dt="2025-02-26T01:58:04.564" v="1435" actId="1076"/>
          <ac:spMkLst>
            <pc:docMk/>
            <pc:sldMk cId="340494126" sldId="257"/>
            <ac:spMk id="163" creationId="{281E9742-9BC6-333B-BFB9-F6A70ADCD8E5}"/>
          </ac:spMkLst>
        </pc:spChg>
        <pc:spChg chg="add del mod">
          <ac:chgData name="Hou, Bowen" userId="cbd36780-c17d-4782-a6cd-6dd8a1dcdc2c" providerId="ADAL" clId="{A769DFB0-DDBA-4BBA-A9E9-53B3513C4E3E}" dt="2025-02-26T02:03:01.076" v="1507" actId="478"/>
          <ac:spMkLst>
            <pc:docMk/>
            <pc:sldMk cId="340494126" sldId="257"/>
            <ac:spMk id="191" creationId="{A35B0634-1F8C-0307-C0E1-C6D733B7C884}"/>
          </ac:spMkLst>
        </pc:spChg>
        <pc:spChg chg="add del mod">
          <ac:chgData name="Hou, Bowen" userId="cbd36780-c17d-4782-a6cd-6dd8a1dcdc2c" providerId="ADAL" clId="{A769DFB0-DDBA-4BBA-A9E9-53B3513C4E3E}" dt="2025-02-26T02:03:53.818" v="1525" actId="478"/>
          <ac:spMkLst>
            <pc:docMk/>
            <pc:sldMk cId="340494126" sldId="257"/>
            <ac:spMk id="192" creationId="{0FEA5336-E16B-849E-60D0-020993569FF6}"/>
          </ac:spMkLst>
        </pc:spChg>
        <pc:spChg chg="mod">
          <ac:chgData name="Hou, Bowen" userId="cbd36780-c17d-4782-a6cd-6dd8a1dcdc2c" providerId="ADAL" clId="{A769DFB0-DDBA-4BBA-A9E9-53B3513C4E3E}" dt="2025-02-26T02:21:56.950" v="1835" actId="20577"/>
          <ac:spMkLst>
            <pc:docMk/>
            <pc:sldMk cId="340494126" sldId="257"/>
            <ac:spMk id="199" creationId="{686A825C-C996-B499-08A9-F457E6BF3558}"/>
          </ac:spMkLst>
        </pc:spChg>
        <pc:spChg chg="mod">
          <ac:chgData name="Hou, Bowen" userId="cbd36780-c17d-4782-a6cd-6dd8a1dcdc2c" providerId="ADAL" clId="{A769DFB0-DDBA-4BBA-A9E9-53B3513C4E3E}" dt="2025-02-26T02:21:56.950" v="1835" actId="20577"/>
          <ac:spMkLst>
            <pc:docMk/>
            <pc:sldMk cId="340494126" sldId="257"/>
            <ac:spMk id="203" creationId="{6CCCE0BD-52A7-75BD-137B-0ABA1A191023}"/>
          </ac:spMkLst>
        </pc:spChg>
        <pc:spChg chg="mod">
          <ac:chgData name="Hou, Bowen" userId="cbd36780-c17d-4782-a6cd-6dd8a1dcdc2c" providerId="ADAL" clId="{A769DFB0-DDBA-4BBA-A9E9-53B3513C4E3E}" dt="2025-02-26T02:21:56.950" v="1835" actId="20577"/>
          <ac:spMkLst>
            <pc:docMk/>
            <pc:sldMk cId="340494126" sldId="257"/>
            <ac:spMk id="207" creationId="{B960276B-FAB9-3501-2064-FB6B5DB0FB4B}"/>
          </ac:spMkLst>
        </pc:spChg>
        <pc:spChg chg="mod">
          <ac:chgData name="Hou, Bowen" userId="cbd36780-c17d-4782-a6cd-6dd8a1dcdc2c" providerId="ADAL" clId="{A769DFB0-DDBA-4BBA-A9E9-53B3513C4E3E}" dt="2025-02-26T02:52:15.305" v="2755" actId="1076"/>
          <ac:spMkLst>
            <pc:docMk/>
            <pc:sldMk cId="340494126" sldId="257"/>
            <ac:spMk id="214" creationId="{DBDD3659-1DBC-F761-1518-3AB3D04383F7}"/>
          </ac:spMkLst>
        </pc:spChg>
        <pc:spChg chg="add mod">
          <ac:chgData name="Hou, Bowen" userId="cbd36780-c17d-4782-a6cd-6dd8a1dcdc2c" providerId="ADAL" clId="{A769DFB0-DDBA-4BBA-A9E9-53B3513C4E3E}" dt="2025-02-26T02:25:00.856" v="1892" actId="6549"/>
          <ac:spMkLst>
            <pc:docMk/>
            <pc:sldMk cId="340494126" sldId="257"/>
            <ac:spMk id="226" creationId="{3B4B6C48-7885-9DEF-00B5-AAF1B0B44838}"/>
          </ac:spMkLst>
        </pc:spChg>
        <pc:spChg chg="mod">
          <ac:chgData name="Hou, Bowen" userId="cbd36780-c17d-4782-a6cd-6dd8a1dcdc2c" providerId="ADAL" clId="{A769DFB0-DDBA-4BBA-A9E9-53B3513C4E3E}" dt="2025-02-26T02:21:56.950" v="1835" actId="20577"/>
          <ac:spMkLst>
            <pc:docMk/>
            <pc:sldMk cId="340494126" sldId="257"/>
            <ac:spMk id="227" creationId="{8726E3A4-BFCC-D6D0-19B0-3CC4892B0846}"/>
          </ac:spMkLst>
        </pc:spChg>
        <pc:spChg chg="add del mod">
          <ac:chgData name="Hou, Bowen" userId="cbd36780-c17d-4782-a6cd-6dd8a1dcdc2c" providerId="ADAL" clId="{A769DFB0-DDBA-4BBA-A9E9-53B3513C4E3E}" dt="2025-02-26T02:23:59.660" v="1873" actId="478"/>
          <ac:spMkLst>
            <pc:docMk/>
            <pc:sldMk cId="340494126" sldId="257"/>
            <ac:spMk id="230" creationId="{98E32427-B62E-00B7-FD49-05F26C3D199C}"/>
          </ac:spMkLst>
        </pc:spChg>
        <pc:spChg chg="add del mod">
          <ac:chgData name="Hou, Bowen" userId="cbd36780-c17d-4782-a6cd-6dd8a1dcdc2c" providerId="ADAL" clId="{A769DFB0-DDBA-4BBA-A9E9-53B3513C4E3E}" dt="2025-02-26T02:25:28.351" v="1895" actId="478"/>
          <ac:spMkLst>
            <pc:docMk/>
            <pc:sldMk cId="340494126" sldId="257"/>
            <ac:spMk id="240" creationId="{70C0452C-ED9F-14CA-7356-B0B39BED3E4A}"/>
          </ac:spMkLst>
        </pc:spChg>
        <pc:spChg chg="add mod">
          <ac:chgData name="Hou, Bowen" userId="cbd36780-c17d-4782-a6cd-6dd8a1dcdc2c" providerId="ADAL" clId="{A769DFB0-DDBA-4BBA-A9E9-53B3513C4E3E}" dt="2025-02-26T02:25:32.989" v="1897" actId="1076"/>
          <ac:spMkLst>
            <pc:docMk/>
            <pc:sldMk cId="340494126" sldId="257"/>
            <ac:spMk id="241" creationId="{F24053C4-A13B-3A10-AE0B-5D13C403A859}"/>
          </ac:spMkLst>
        </pc:spChg>
        <pc:spChg chg="mod">
          <ac:chgData name="Hou, Bowen" userId="cbd36780-c17d-4782-a6cd-6dd8a1dcdc2c" providerId="ADAL" clId="{A769DFB0-DDBA-4BBA-A9E9-53B3513C4E3E}" dt="2025-02-26T02:21:56.950" v="1835" actId="20577"/>
          <ac:spMkLst>
            <pc:docMk/>
            <pc:sldMk cId="340494126" sldId="257"/>
            <ac:spMk id="252" creationId="{AB3D5EFD-F830-80A3-A619-DE8D0D125F99}"/>
          </ac:spMkLst>
        </pc:spChg>
        <pc:spChg chg="mod">
          <ac:chgData name="Hou, Bowen" userId="cbd36780-c17d-4782-a6cd-6dd8a1dcdc2c" providerId="ADAL" clId="{A769DFB0-DDBA-4BBA-A9E9-53B3513C4E3E}" dt="2025-02-26T02:21:56.950" v="1835" actId="20577"/>
          <ac:spMkLst>
            <pc:docMk/>
            <pc:sldMk cId="340494126" sldId="257"/>
            <ac:spMk id="253" creationId="{92320143-ABD8-45CE-CAFF-CDC81B07F37D}"/>
          </ac:spMkLst>
        </pc:spChg>
        <pc:spChg chg="mod">
          <ac:chgData name="Hou, Bowen" userId="cbd36780-c17d-4782-a6cd-6dd8a1dcdc2c" providerId="ADAL" clId="{A769DFB0-DDBA-4BBA-A9E9-53B3513C4E3E}" dt="2025-02-26T02:21:56.950" v="1835" actId="20577"/>
          <ac:spMkLst>
            <pc:docMk/>
            <pc:sldMk cId="340494126" sldId="257"/>
            <ac:spMk id="254" creationId="{B1AD85E8-F85E-21E1-FA50-09C4BACD9ED7}"/>
          </ac:spMkLst>
        </pc:spChg>
        <pc:spChg chg="del mod">
          <ac:chgData name="Hou, Bowen" userId="cbd36780-c17d-4782-a6cd-6dd8a1dcdc2c" providerId="ADAL" clId="{A769DFB0-DDBA-4BBA-A9E9-53B3513C4E3E}" dt="2025-02-26T02:14:00.957" v="1701" actId="478"/>
          <ac:spMkLst>
            <pc:docMk/>
            <pc:sldMk cId="340494126" sldId="257"/>
            <ac:spMk id="272" creationId="{CB0280F8-C299-4FEB-ED68-213460B5E6CB}"/>
          </ac:spMkLst>
        </pc:spChg>
        <pc:spChg chg="mod">
          <ac:chgData name="Hou, Bowen" userId="cbd36780-c17d-4782-a6cd-6dd8a1dcdc2c" providerId="ADAL" clId="{A769DFB0-DDBA-4BBA-A9E9-53B3513C4E3E}" dt="2025-02-26T01:45:36.102" v="1284" actId="1076"/>
          <ac:spMkLst>
            <pc:docMk/>
            <pc:sldMk cId="340494126" sldId="257"/>
            <ac:spMk id="273" creationId="{1F856EA6-5AB9-BBF1-97F6-BA4FA19F7620}"/>
          </ac:spMkLst>
        </pc:spChg>
        <pc:spChg chg="mod">
          <ac:chgData name="Hou, Bowen" userId="cbd36780-c17d-4782-a6cd-6dd8a1dcdc2c" providerId="ADAL" clId="{A769DFB0-DDBA-4BBA-A9E9-53B3513C4E3E}" dt="2025-02-26T02:06:40.577" v="1587" actId="1035"/>
          <ac:spMkLst>
            <pc:docMk/>
            <pc:sldMk cId="340494126" sldId="257"/>
            <ac:spMk id="276" creationId="{107C6BC6-8318-4427-3B18-6B3B446F4AEE}"/>
          </ac:spMkLst>
        </pc:spChg>
        <pc:spChg chg="mod">
          <ac:chgData name="Hou, Bowen" userId="cbd36780-c17d-4782-a6cd-6dd8a1dcdc2c" providerId="ADAL" clId="{A769DFB0-DDBA-4BBA-A9E9-53B3513C4E3E}" dt="2025-02-26T02:02:28.163" v="1498" actId="1076"/>
          <ac:spMkLst>
            <pc:docMk/>
            <pc:sldMk cId="340494126" sldId="257"/>
            <ac:spMk id="277" creationId="{5CD9A01B-A7EE-DE12-A993-866631CA1799}"/>
          </ac:spMkLst>
        </pc:spChg>
        <pc:spChg chg="mod">
          <ac:chgData name="Hou, Bowen" userId="cbd36780-c17d-4782-a6cd-6dd8a1dcdc2c" providerId="ADAL" clId="{A769DFB0-DDBA-4BBA-A9E9-53B3513C4E3E}" dt="2025-02-26T02:01:41.563" v="1483" actId="1076"/>
          <ac:spMkLst>
            <pc:docMk/>
            <pc:sldMk cId="340494126" sldId="257"/>
            <ac:spMk id="279" creationId="{574EDFEF-4450-4CB4-44A9-D48615D386B5}"/>
          </ac:spMkLst>
        </pc:spChg>
        <pc:spChg chg="mod">
          <ac:chgData name="Hou, Bowen" userId="cbd36780-c17d-4782-a6cd-6dd8a1dcdc2c" providerId="ADAL" clId="{A769DFB0-DDBA-4BBA-A9E9-53B3513C4E3E}" dt="2025-02-26T02:02:28.163" v="1498" actId="1076"/>
          <ac:spMkLst>
            <pc:docMk/>
            <pc:sldMk cId="340494126" sldId="257"/>
            <ac:spMk id="303" creationId="{BEEB7131-D278-90ED-E182-0D46B982A4F0}"/>
          </ac:spMkLst>
        </pc:spChg>
        <pc:spChg chg="mod">
          <ac:chgData name="Hou, Bowen" userId="cbd36780-c17d-4782-a6cd-6dd8a1dcdc2c" providerId="ADAL" clId="{A769DFB0-DDBA-4BBA-A9E9-53B3513C4E3E}" dt="2025-02-26T02:25:45.118" v="1900" actId="1076"/>
          <ac:spMkLst>
            <pc:docMk/>
            <pc:sldMk cId="340494126" sldId="257"/>
            <ac:spMk id="306" creationId="{C5ADBB9E-DE78-E072-1E71-726C7DC6E23F}"/>
          </ac:spMkLst>
        </pc:spChg>
        <pc:spChg chg="mod">
          <ac:chgData name="Hou, Bowen" userId="cbd36780-c17d-4782-a6cd-6dd8a1dcdc2c" providerId="ADAL" clId="{A769DFB0-DDBA-4BBA-A9E9-53B3513C4E3E}" dt="2025-02-26T02:21:56.950" v="1835" actId="20577"/>
          <ac:spMkLst>
            <pc:docMk/>
            <pc:sldMk cId="340494126" sldId="257"/>
            <ac:spMk id="307" creationId="{A3A13788-2085-9C29-8380-422A22CF4151}"/>
          </ac:spMkLst>
        </pc:spChg>
        <pc:spChg chg="mod">
          <ac:chgData name="Hou, Bowen" userId="cbd36780-c17d-4782-a6cd-6dd8a1dcdc2c" providerId="ADAL" clId="{A769DFB0-DDBA-4BBA-A9E9-53B3513C4E3E}" dt="2025-02-26T02:21:56.950" v="1835" actId="20577"/>
          <ac:spMkLst>
            <pc:docMk/>
            <pc:sldMk cId="340494126" sldId="257"/>
            <ac:spMk id="308" creationId="{4A9CCC1C-E844-9E52-5C10-825EEB69372F}"/>
          </ac:spMkLst>
        </pc:spChg>
        <pc:spChg chg="mod">
          <ac:chgData name="Hou, Bowen" userId="cbd36780-c17d-4782-a6cd-6dd8a1dcdc2c" providerId="ADAL" clId="{A769DFB0-DDBA-4BBA-A9E9-53B3513C4E3E}" dt="2025-02-26T02:01:27.455" v="1478" actId="14100"/>
          <ac:spMkLst>
            <pc:docMk/>
            <pc:sldMk cId="340494126" sldId="257"/>
            <ac:spMk id="311" creationId="{A9A5D1FD-5BF7-732A-6402-8F48EA4196AF}"/>
          </ac:spMkLst>
        </pc:spChg>
        <pc:spChg chg="mod">
          <ac:chgData name="Hou, Bowen" userId="cbd36780-c17d-4782-a6cd-6dd8a1dcdc2c" providerId="ADAL" clId="{A769DFB0-DDBA-4BBA-A9E9-53B3513C4E3E}" dt="2025-02-26T02:01:46.462" v="1485" actId="1076"/>
          <ac:spMkLst>
            <pc:docMk/>
            <pc:sldMk cId="340494126" sldId="257"/>
            <ac:spMk id="326" creationId="{C7B3C6E1-93D0-85C4-A636-6963E9C97B40}"/>
          </ac:spMkLst>
        </pc:spChg>
        <pc:spChg chg="mod">
          <ac:chgData name="Hou, Bowen" userId="cbd36780-c17d-4782-a6cd-6dd8a1dcdc2c" providerId="ADAL" clId="{A769DFB0-DDBA-4BBA-A9E9-53B3513C4E3E}" dt="2025-02-26T02:23:20.858" v="1854" actId="20577"/>
          <ac:spMkLst>
            <pc:docMk/>
            <pc:sldMk cId="340494126" sldId="257"/>
            <ac:spMk id="373" creationId="{83D0137F-2E20-897F-483D-CFEEE8A9269D}"/>
          </ac:spMkLst>
        </pc:spChg>
        <pc:spChg chg="mod">
          <ac:chgData name="Hou, Bowen" userId="cbd36780-c17d-4782-a6cd-6dd8a1dcdc2c" providerId="ADAL" clId="{A769DFB0-DDBA-4BBA-A9E9-53B3513C4E3E}" dt="2025-02-26T02:23:20.858" v="1854" actId="20577"/>
          <ac:spMkLst>
            <pc:docMk/>
            <pc:sldMk cId="340494126" sldId="257"/>
            <ac:spMk id="377" creationId="{EA946F91-CF23-F1D2-76A0-470427D6F18D}"/>
          </ac:spMkLst>
        </pc:spChg>
        <pc:spChg chg="mod">
          <ac:chgData name="Hou, Bowen" userId="cbd36780-c17d-4782-a6cd-6dd8a1dcdc2c" providerId="ADAL" clId="{A769DFB0-DDBA-4BBA-A9E9-53B3513C4E3E}" dt="2025-02-26T02:23:20.858" v="1854" actId="20577"/>
          <ac:spMkLst>
            <pc:docMk/>
            <pc:sldMk cId="340494126" sldId="257"/>
            <ac:spMk id="378" creationId="{7FA910A7-B3E0-7AFA-F5AF-26F0742EA1EE}"/>
          </ac:spMkLst>
        </pc:spChg>
        <pc:spChg chg="mod">
          <ac:chgData name="Hou, Bowen" userId="cbd36780-c17d-4782-a6cd-6dd8a1dcdc2c" providerId="ADAL" clId="{A769DFB0-DDBA-4BBA-A9E9-53B3513C4E3E}" dt="2025-02-26T02:23:20.858" v="1854" actId="20577"/>
          <ac:spMkLst>
            <pc:docMk/>
            <pc:sldMk cId="340494126" sldId="257"/>
            <ac:spMk id="379" creationId="{E6FD305B-4694-C297-5269-98E6444AE78A}"/>
          </ac:spMkLst>
        </pc:spChg>
        <pc:spChg chg="mod">
          <ac:chgData name="Hou, Bowen" userId="cbd36780-c17d-4782-a6cd-6dd8a1dcdc2c" providerId="ADAL" clId="{A769DFB0-DDBA-4BBA-A9E9-53B3513C4E3E}" dt="2025-02-26T02:23:20.858" v="1854" actId="20577"/>
          <ac:spMkLst>
            <pc:docMk/>
            <pc:sldMk cId="340494126" sldId="257"/>
            <ac:spMk id="388" creationId="{6A626E0B-30F4-2057-245F-68BE5CB03595}"/>
          </ac:spMkLst>
        </pc:spChg>
        <pc:spChg chg="del mod">
          <ac:chgData name="Hou, Bowen" userId="cbd36780-c17d-4782-a6cd-6dd8a1dcdc2c" providerId="ADAL" clId="{A769DFB0-DDBA-4BBA-A9E9-53B3513C4E3E}" dt="2025-02-26T02:13:24.342" v="1666" actId="478"/>
          <ac:spMkLst>
            <pc:docMk/>
            <pc:sldMk cId="340494126" sldId="257"/>
            <ac:spMk id="391" creationId="{08CBBD54-F122-B9EE-2F64-72965E2F6F8C}"/>
          </ac:spMkLst>
        </pc:spChg>
        <pc:spChg chg="mod">
          <ac:chgData name="Hou, Bowen" userId="cbd36780-c17d-4782-a6cd-6dd8a1dcdc2c" providerId="ADAL" clId="{A769DFB0-DDBA-4BBA-A9E9-53B3513C4E3E}" dt="2025-02-26T02:23:20.858" v="1854" actId="20577"/>
          <ac:spMkLst>
            <pc:docMk/>
            <pc:sldMk cId="340494126" sldId="257"/>
            <ac:spMk id="397" creationId="{71154FBF-B145-3CA8-602F-179ACF8684C0}"/>
          </ac:spMkLst>
        </pc:spChg>
        <pc:spChg chg="mod">
          <ac:chgData name="Hou, Bowen" userId="cbd36780-c17d-4782-a6cd-6dd8a1dcdc2c" providerId="ADAL" clId="{A769DFB0-DDBA-4BBA-A9E9-53B3513C4E3E}" dt="2025-02-26T02:23:20.858" v="1854" actId="20577"/>
          <ac:spMkLst>
            <pc:docMk/>
            <pc:sldMk cId="340494126" sldId="257"/>
            <ac:spMk id="399" creationId="{C0175FE5-EEEC-EC26-8C7B-8BFF79C5B3DE}"/>
          </ac:spMkLst>
        </pc:spChg>
        <pc:spChg chg="mod">
          <ac:chgData name="Hou, Bowen" userId="cbd36780-c17d-4782-a6cd-6dd8a1dcdc2c" providerId="ADAL" clId="{A769DFB0-DDBA-4BBA-A9E9-53B3513C4E3E}" dt="2025-02-26T00:52:31.436" v="125" actId="1076"/>
          <ac:spMkLst>
            <pc:docMk/>
            <pc:sldMk cId="340494126" sldId="257"/>
            <ac:spMk id="418" creationId="{E01342C6-0B6D-D3CE-6A9B-4AEAC51A7C22}"/>
          </ac:spMkLst>
        </pc:spChg>
        <pc:spChg chg="mod">
          <ac:chgData name="Hou, Bowen" userId="cbd36780-c17d-4782-a6cd-6dd8a1dcdc2c" providerId="ADAL" clId="{A769DFB0-DDBA-4BBA-A9E9-53B3513C4E3E}" dt="2025-02-26T01:16:15.529" v="780" actId="1076"/>
          <ac:spMkLst>
            <pc:docMk/>
            <pc:sldMk cId="340494126" sldId="257"/>
            <ac:spMk id="420" creationId="{D38348DE-AD36-F976-5C3F-00875EFC3106}"/>
          </ac:spMkLst>
        </pc:spChg>
        <pc:spChg chg="mod">
          <ac:chgData name="Hou, Bowen" userId="cbd36780-c17d-4782-a6cd-6dd8a1dcdc2c" providerId="ADAL" clId="{A769DFB0-DDBA-4BBA-A9E9-53B3513C4E3E}" dt="2025-02-26T01:54:05.435" v="1401" actId="207"/>
          <ac:spMkLst>
            <pc:docMk/>
            <pc:sldMk cId="340494126" sldId="257"/>
            <ac:spMk id="426" creationId="{79EEF144-9D2C-6C5C-8690-00EE019808BE}"/>
          </ac:spMkLst>
        </pc:spChg>
        <pc:spChg chg="mod">
          <ac:chgData name="Hou, Bowen" userId="cbd36780-c17d-4782-a6cd-6dd8a1dcdc2c" providerId="ADAL" clId="{A769DFB0-DDBA-4BBA-A9E9-53B3513C4E3E}" dt="2025-02-26T00:56:24.629" v="179" actId="1076"/>
          <ac:spMkLst>
            <pc:docMk/>
            <pc:sldMk cId="340494126" sldId="257"/>
            <ac:spMk id="435" creationId="{F59A087D-1525-981C-673B-41C26FD7E372}"/>
          </ac:spMkLst>
        </pc:spChg>
        <pc:spChg chg="mod">
          <ac:chgData name="Hou, Bowen" userId="cbd36780-c17d-4782-a6cd-6dd8a1dcdc2c" providerId="ADAL" clId="{A769DFB0-DDBA-4BBA-A9E9-53B3513C4E3E}" dt="2025-02-26T00:53:35.206" v="136" actId="14100"/>
          <ac:spMkLst>
            <pc:docMk/>
            <pc:sldMk cId="340494126" sldId="257"/>
            <ac:spMk id="436" creationId="{A83E77D8-F870-9291-158A-81739CC578B2}"/>
          </ac:spMkLst>
        </pc:spChg>
        <pc:spChg chg="mod">
          <ac:chgData name="Hou, Bowen" userId="cbd36780-c17d-4782-a6cd-6dd8a1dcdc2c" providerId="ADAL" clId="{A769DFB0-DDBA-4BBA-A9E9-53B3513C4E3E}" dt="2025-02-26T00:57:08.414" v="201" actId="1035"/>
          <ac:spMkLst>
            <pc:docMk/>
            <pc:sldMk cId="340494126" sldId="257"/>
            <ac:spMk id="437" creationId="{C3369F67-7F4A-AC1B-4DE3-1753B8DB659C}"/>
          </ac:spMkLst>
        </pc:spChg>
        <pc:spChg chg="mod">
          <ac:chgData name="Hou, Bowen" userId="cbd36780-c17d-4782-a6cd-6dd8a1dcdc2c" providerId="ADAL" clId="{A769DFB0-DDBA-4BBA-A9E9-53B3513C4E3E}" dt="2025-02-26T00:51:28.676" v="90" actId="571"/>
          <ac:spMkLst>
            <pc:docMk/>
            <pc:sldMk cId="340494126" sldId="257"/>
            <ac:spMk id="449" creationId="{932B39EE-6AE6-465B-9473-858600526080}"/>
          </ac:spMkLst>
        </pc:spChg>
        <pc:spChg chg="mod">
          <ac:chgData name="Hou, Bowen" userId="cbd36780-c17d-4782-a6cd-6dd8a1dcdc2c" providerId="ADAL" clId="{A769DFB0-DDBA-4BBA-A9E9-53B3513C4E3E}" dt="2025-02-26T01:47:56.051" v="1301" actId="164"/>
          <ac:spMkLst>
            <pc:docMk/>
            <pc:sldMk cId="340494126" sldId="257"/>
            <ac:spMk id="450" creationId="{CB5A6863-3ACC-12BD-503A-22A9BD48C1A3}"/>
          </ac:spMkLst>
        </pc:spChg>
        <pc:spChg chg="mod">
          <ac:chgData name="Hou, Bowen" userId="cbd36780-c17d-4782-a6cd-6dd8a1dcdc2c" providerId="ADAL" clId="{A769DFB0-DDBA-4BBA-A9E9-53B3513C4E3E}" dt="2025-02-26T00:51:28.676" v="90" actId="571"/>
          <ac:spMkLst>
            <pc:docMk/>
            <pc:sldMk cId="340494126" sldId="257"/>
            <ac:spMk id="453" creationId="{63965E04-1A7C-86E7-3D28-665C401379D8}"/>
          </ac:spMkLst>
        </pc:spChg>
        <pc:spChg chg="mod">
          <ac:chgData name="Hou, Bowen" userId="cbd36780-c17d-4782-a6cd-6dd8a1dcdc2c" providerId="ADAL" clId="{A769DFB0-DDBA-4BBA-A9E9-53B3513C4E3E}" dt="2025-02-26T00:51:28.676" v="90" actId="571"/>
          <ac:spMkLst>
            <pc:docMk/>
            <pc:sldMk cId="340494126" sldId="257"/>
            <ac:spMk id="454" creationId="{9055D51A-6ABC-75A2-F150-901F1A1BD95D}"/>
          </ac:spMkLst>
        </pc:spChg>
        <pc:spChg chg="mod">
          <ac:chgData name="Hou, Bowen" userId="cbd36780-c17d-4782-a6cd-6dd8a1dcdc2c" providerId="ADAL" clId="{A769DFB0-DDBA-4BBA-A9E9-53B3513C4E3E}" dt="2025-02-26T00:53:38.055" v="137" actId="1076"/>
          <ac:spMkLst>
            <pc:docMk/>
            <pc:sldMk cId="340494126" sldId="257"/>
            <ac:spMk id="462" creationId="{67401212-206A-43E1-21EA-D0D9B73DB353}"/>
          </ac:spMkLst>
        </pc:spChg>
        <pc:spChg chg="add mod">
          <ac:chgData name="Hou, Bowen" userId="cbd36780-c17d-4782-a6cd-6dd8a1dcdc2c" providerId="ADAL" clId="{A769DFB0-DDBA-4BBA-A9E9-53B3513C4E3E}" dt="2025-02-26T01:47:56.051" v="1301" actId="164"/>
          <ac:spMkLst>
            <pc:docMk/>
            <pc:sldMk cId="340494126" sldId="257"/>
            <ac:spMk id="464" creationId="{03CF6E23-4FEA-2373-5D02-51CDAB77342B}"/>
          </ac:spMkLst>
        </pc:spChg>
        <pc:spChg chg="add mod">
          <ac:chgData name="Hou, Bowen" userId="cbd36780-c17d-4782-a6cd-6dd8a1dcdc2c" providerId="ADAL" clId="{A769DFB0-DDBA-4BBA-A9E9-53B3513C4E3E}" dt="2025-02-26T00:55:59.554" v="173"/>
          <ac:spMkLst>
            <pc:docMk/>
            <pc:sldMk cId="340494126" sldId="257"/>
            <ac:spMk id="465" creationId="{579E3D70-AF69-5778-037F-05E431985C0A}"/>
          </ac:spMkLst>
        </pc:spChg>
        <pc:spChg chg="add mod">
          <ac:chgData name="Hou, Bowen" userId="cbd36780-c17d-4782-a6cd-6dd8a1dcdc2c" providerId="ADAL" clId="{A769DFB0-DDBA-4BBA-A9E9-53B3513C4E3E}" dt="2025-02-26T01:47:56.051" v="1301" actId="164"/>
          <ac:spMkLst>
            <pc:docMk/>
            <pc:sldMk cId="340494126" sldId="257"/>
            <ac:spMk id="467" creationId="{515DC461-F5D7-6BFA-F448-899D70C8BDA2}"/>
          </ac:spMkLst>
        </pc:spChg>
        <pc:spChg chg="mod">
          <ac:chgData name="Hou, Bowen" userId="cbd36780-c17d-4782-a6cd-6dd8a1dcdc2c" providerId="ADAL" clId="{A769DFB0-DDBA-4BBA-A9E9-53B3513C4E3E}" dt="2025-02-26T00:57:44.996" v="213" actId="1076"/>
          <ac:spMkLst>
            <pc:docMk/>
            <pc:sldMk cId="340494126" sldId="257"/>
            <ac:spMk id="470" creationId="{1B50F32C-A2A9-EC60-09D7-8D9918C9B028}"/>
          </ac:spMkLst>
        </pc:spChg>
        <pc:spChg chg="mod">
          <ac:chgData name="Hou, Bowen" userId="cbd36780-c17d-4782-a6cd-6dd8a1dcdc2c" providerId="ADAL" clId="{A769DFB0-DDBA-4BBA-A9E9-53B3513C4E3E}" dt="2025-02-26T02:02:13.936" v="1495" actId="1076"/>
          <ac:spMkLst>
            <pc:docMk/>
            <pc:sldMk cId="340494126" sldId="257"/>
            <ac:spMk id="474" creationId="{E0440752-5FD2-DE53-3FBD-451916B4C794}"/>
          </ac:spMkLst>
        </pc:spChg>
        <pc:spChg chg="add mod">
          <ac:chgData name="Hou, Bowen" userId="cbd36780-c17d-4782-a6cd-6dd8a1dcdc2c" providerId="ADAL" clId="{A769DFB0-DDBA-4BBA-A9E9-53B3513C4E3E}" dt="2025-02-26T01:31:59.627" v="1167" actId="207"/>
          <ac:spMkLst>
            <pc:docMk/>
            <pc:sldMk cId="340494126" sldId="257"/>
            <ac:spMk id="482" creationId="{24458D8A-B702-6F1F-260B-3A7A84F9E4C8}"/>
          </ac:spMkLst>
        </pc:spChg>
        <pc:spChg chg="add mod">
          <ac:chgData name="Hou, Bowen" userId="cbd36780-c17d-4782-a6cd-6dd8a1dcdc2c" providerId="ADAL" clId="{A769DFB0-DDBA-4BBA-A9E9-53B3513C4E3E}" dt="2025-02-26T01:32:07.424" v="1168" actId="1076"/>
          <ac:spMkLst>
            <pc:docMk/>
            <pc:sldMk cId="340494126" sldId="257"/>
            <ac:spMk id="483" creationId="{CEC7C0D0-39BA-D267-57E3-BE69883DF8B5}"/>
          </ac:spMkLst>
        </pc:spChg>
        <pc:spChg chg="mod">
          <ac:chgData name="Hou, Bowen" userId="cbd36780-c17d-4782-a6cd-6dd8a1dcdc2c" providerId="ADAL" clId="{A769DFB0-DDBA-4BBA-A9E9-53B3513C4E3E}" dt="2025-02-26T01:31:59.627" v="1167" actId="207"/>
          <ac:spMkLst>
            <pc:docMk/>
            <pc:sldMk cId="340494126" sldId="257"/>
            <ac:spMk id="486" creationId="{AA5B85DB-50DD-74B0-AFD3-AAF1A5FA4758}"/>
          </ac:spMkLst>
        </pc:spChg>
        <pc:spChg chg="mod topLvl">
          <ac:chgData name="Hou, Bowen" userId="cbd36780-c17d-4782-a6cd-6dd8a1dcdc2c" providerId="ADAL" clId="{A769DFB0-DDBA-4BBA-A9E9-53B3513C4E3E}" dt="2025-02-26T01:45:14.109" v="1275" actId="164"/>
          <ac:spMkLst>
            <pc:docMk/>
            <pc:sldMk cId="340494126" sldId="257"/>
            <ac:spMk id="487" creationId="{443B0D9D-97C1-6E09-7CBC-0AF8D7CB9F27}"/>
          </ac:spMkLst>
        </pc:spChg>
        <pc:spChg chg="mod topLvl">
          <ac:chgData name="Hou, Bowen" userId="cbd36780-c17d-4782-a6cd-6dd8a1dcdc2c" providerId="ADAL" clId="{A769DFB0-DDBA-4BBA-A9E9-53B3513C4E3E}" dt="2025-02-26T02:06:08.481" v="1580" actId="207"/>
          <ac:spMkLst>
            <pc:docMk/>
            <pc:sldMk cId="340494126" sldId="257"/>
            <ac:spMk id="488" creationId="{9A3A0655-5B26-5C57-6273-41B415B6E1D7}"/>
          </ac:spMkLst>
        </pc:spChg>
        <pc:spChg chg="mod">
          <ac:chgData name="Hou, Bowen" userId="cbd36780-c17d-4782-a6cd-6dd8a1dcdc2c" providerId="ADAL" clId="{A769DFB0-DDBA-4BBA-A9E9-53B3513C4E3E}" dt="2025-02-26T02:06:12.182" v="1582" actId="207"/>
          <ac:spMkLst>
            <pc:docMk/>
            <pc:sldMk cId="340494126" sldId="257"/>
            <ac:spMk id="489" creationId="{298B08D8-F17D-AF12-E7AA-380198B08A89}"/>
          </ac:spMkLst>
        </pc:spChg>
        <pc:spChg chg="mod">
          <ac:chgData name="Hou, Bowen" userId="cbd36780-c17d-4782-a6cd-6dd8a1dcdc2c" providerId="ADAL" clId="{A769DFB0-DDBA-4BBA-A9E9-53B3513C4E3E}" dt="2025-02-26T01:45:14.109" v="1275" actId="164"/>
          <ac:spMkLst>
            <pc:docMk/>
            <pc:sldMk cId="340494126" sldId="257"/>
            <ac:spMk id="490" creationId="{D342A171-BF50-0ADB-482E-39DFE59D41CE}"/>
          </ac:spMkLst>
        </pc:spChg>
        <pc:spChg chg="mod topLvl">
          <ac:chgData name="Hou, Bowen" userId="cbd36780-c17d-4782-a6cd-6dd8a1dcdc2c" providerId="ADAL" clId="{A769DFB0-DDBA-4BBA-A9E9-53B3513C4E3E}" dt="2025-02-26T01:57:55.900" v="1430" actId="14100"/>
          <ac:spMkLst>
            <pc:docMk/>
            <pc:sldMk cId="340494126" sldId="257"/>
            <ac:spMk id="491" creationId="{DF1C7B09-2C86-954A-401F-348C62F7AD5E}"/>
          </ac:spMkLst>
        </pc:spChg>
        <pc:spChg chg="mod">
          <ac:chgData name="Hou, Bowen" userId="cbd36780-c17d-4782-a6cd-6dd8a1dcdc2c" providerId="ADAL" clId="{A769DFB0-DDBA-4BBA-A9E9-53B3513C4E3E}" dt="2025-02-26T01:31:59.627" v="1167" actId="207"/>
          <ac:spMkLst>
            <pc:docMk/>
            <pc:sldMk cId="340494126" sldId="257"/>
            <ac:spMk id="492" creationId="{422EDB06-5398-4A79-46F2-0FF3C8FAD3D7}"/>
          </ac:spMkLst>
        </pc:spChg>
        <pc:spChg chg="add mod">
          <ac:chgData name="Hou, Bowen" userId="cbd36780-c17d-4782-a6cd-6dd8a1dcdc2c" providerId="ADAL" clId="{A769DFB0-DDBA-4BBA-A9E9-53B3513C4E3E}" dt="2025-02-26T01:31:59.627" v="1167" actId="207"/>
          <ac:spMkLst>
            <pc:docMk/>
            <pc:sldMk cId="340494126" sldId="257"/>
            <ac:spMk id="493" creationId="{DA1666FE-4F84-A869-B950-46829624AAC5}"/>
          </ac:spMkLst>
        </pc:spChg>
        <pc:spChg chg="add mod">
          <ac:chgData name="Hou, Bowen" userId="cbd36780-c17d-4782-a6cd-6dd8a1dcdc2c" providerId="ADAL" clId="{A769DFB0-DDBA-4BBA-A9E9-53B3513C4E3E}" dt="2025-02-26T01:31:59.627" v="1167" actId="207"/>
          <ac:spMkLst>
            <pc:docMk/>
            <pc:sldMk cId="340494126" sldId="257"/>
            <ac:spMk id="494" creationId="{BA6ECD76-1FEF-5029-2979-8B5376B088C2}"/>
          </ac:spMkLst>
        </pc:spChg>
        <pc:spChg chg="add mod">
          <ac:chgData name="Hou, Bowen" userId="cbd36780-c17d-4782-a6cd-6dd8a1dcdc2c" providerId="ADAL" clId="{A769DFB0-DDBA-4BBA-A9E9-53B3513C4E3E}" dt="2025-02-26T01:31:59.627" v="1167" actId="207"/>
          <ac:spMkLst>
            <pc:docMk/>
            <pc:sldMk cId="340494126" sldId="257"/>
            <ac:spMk id="495" creationId="{23F934A7-EFF2-86C0-D99E-66B10007AFB6}"/>
          </ac:spMkLst>
        </pc:spChg>
        <pc:spChg chg="mod">
          <ac:chgData name="Hou, Bowen" userId="cbd36780-c17d-4782-a6cd-6dd8a1dcdc2c" providerId="ADAL" clId="{A769DFB0-DDBA-4BBA-A9E9-53B3513C4E3E}" dt="2025-02-26T01:59:19.019" v="1462" actId="1076"/>
          <ac:spMkLst>
            <pc:docMk/>
            <pc:sldMk cId="340494126" sldId="257"/>
            <ac:spMk id="498" creationId="{802D14E4-9547-DD72-4F69-F2AADB3B94D6}"/>
          </ac:spMkLst>
        </pc:spChg>
        <pc:spChg chg="mod topLvl">
          <ac:chgData name="Hou, Bowen" userId="cbd36780-c17d-4782-a6cd-6dd8a1dcdc2c" providerId="ADAL" clId="{A769DFB0-DDBA-4BBA-A9E9-53B3513C4E3E}" dt="2025-02-26T01:45:20.823" v="1278" actId="164"/>
          <ac:spMkLst>
            <pc:docMk/>
            <pc:sldMk cId="340494126" sldId="257"/>
            <ac:spMk id="500" creationId="{7B00E5E2-59CA-AD44-63EB-0EF93E21A268}"/>
          </ac:spMkLst>
        </pc:spChg>
        <pc:spChg chg="add mod">
          <ac:chgData name="Hou, Bowen" userId="cbd36780-c17d-4782-a6cd-6dd8a1dcdc2c" providerId="ADAL" clId="{A769DFB0-DDBA-4BBA-A9E9-53B3513C4E3E}" dt="2025-02-26T01:40:10.609" v="1181" actId="164"/>
          <ac:spMkLst>
            <pc:docMk/>
            <pc:sldMk cId="340494126" sldId="257"/>
            <ac:spMk id="501" creationId="{6492E6D0-4428-2915-E547-2920A1F00DFB}"/>
          </ac:spMkLst>
        </pc:spChg>
        <pc:spChg chg="mod topLvl">
          <ac:chgData name="Hou, Bowen" userId="cbd36780-c17d-4782-a6cd-6dd8a1dcdc2c" providerId="ADAL" clId="{A769DFB0-DDBA-4BBA-A9E9-53B3513C4E3E}" dt="2025-02-26T01:45:14.109" v="1275" actId="164"/>
          <ac:spMkLst>
            <pc:docMk/>
            <pc:sldMk cId="340494126" sldId="257"/>
            <ac:spMk id="502" creationId="{D47CD653-6E7C-3623-C375-B31A5CD2D658}"/>
          </ac:spMkLst>
        </pc:spChg>
        <pc:spChg chg="mod">
          <ac:chgData name="Hou, Bowen" userId="cbd36780-c17d-4782-a6cd-6dd8a1dcdc2c" providerId="ADAL" clId="{A769DFB0-DDBA-4BBA-A9E9-53B3513C4E3E}" dt="2025-02-26T01:14:47.028" v="766" actId="1076"/>
          <ac:spMkLst>
            <pc:docMk/>
            <pc:sldMk cId="340494126" sldId="257"/>
            <ac:spMk id="507" creationId="{3AA4A90A-D383-EFA9-CF64-E947EB1D1704}"/>
          </ac:spMkLst>
        </pc:spChg>
        <pc:spChg chg="add mod">
          <ac:chgData name="Hou, Bowen" userId="cbd36780-c17d-4782-a6cd-6dd8a1dcdc2c" providerId="ADAL" clId="{A769DFB0-DDBA-4BBA-A9E9-53B3513C4E3E}" dt="2025-02-26T01:40:10.609" v="1181" actId="164"/>
          <ac:spMkLst>
            <pc:docMk/>
            <pc:sldMk cId="340494126" sldId="257"/>
            <ac:spMk id="508" creationId="{669C178F-81E2-82ED-C1B6-20C1BB25981A}"/>
          </ac:spMkLst>
        </pc:spChg>
        <pc:grpChg chg="mod">
          <ac:chgData name="Hou, Bowen" userId="cbd36780-c17d-4782-a6cd-6dd8a1dcdc2c" providerId="ADAL" clId="{A769DFB0-DDBA-4BBA-A9E9-53B3513C4E3E}" dt="2025-02-26T00:51:32.842" v="91" actId="164"/>
          <ac:grpSpMkLst>
            <pc:docMk/>
            <pc:sldMk cId="340494126" sldId="257"/>
            <ac:grpSpMk id="2" creationId="{5DB604DC-2545-0741-A64A-583ED78D1080}"/>
          </ac:grpSpMkLst>
        </pc:grpChg>
        <pc:grpChg chg="mod">
          <ac:chgData name="Hou, Bowen" userId="cbd36780-c17d-4782-a6cd-6dd8a1dcdc2c" providerId="ADAL" clId="{A769DFB0-DDBA-4BBA-A9E9-53B3513C4E3E}" dt="2025-02-26T01:47:56.051" v="1301" actId="164"/>
          <ac:grpSpMkLst>
            <pc:docMk/>
            <pc:sldMk cId="340494126" sldId="257"/>
            <ac:grpSpMk id="7" creationId="{E03D4F3D-4757-B0DC-2371-5D0AC9552521}"/>
          </ac:grpSpMkLst>
        </pc:grpChg>
        <pc:grpChg chg="mod">
          <ac:chgData name="Hou, Bowen" userId="cbd36780-c17d-4782-a6cd-6dd8a1dcdc2c" providerId="ADAL" clId="{A769DFB0-DDBA-4BBA-A9E9-53B3513C4E3E}" dt="2025-02-26T01:42:12.011" v="1228" actId="14100"/>
          <ac:grpSpMkLst>
            <pc:docMk/>
            <pc:sldMk cId="340494126" sldId="257"/>
            <ac:grpSpMk id="22" creationId="{8F605EA6-037B-ACD1-FFBE-61F1C0658418}"/>
          </ac:grpSpMkLst>
        </pc:grpChg>
        <pc:grpChg chg="mod">
          <ac:chgData name="Hou, Bowen" userId="cbd36780-c17d-4782-a6cd-6dd8a1dcdc2c" providerId="ADAL" clId="{A769DFB0-DDBA-4BBA-A9E9-53B3513C4E3E}" dt="2025-02-26T02:12:52.198" v="1663" actId="1076"/>
          <ac:grpSpMkLst>
            <pc:docMk/>
            <pc:sldMk cId="340494126" sldId="257"/>
            <ac:grpSpMk id="34" creationId="{2AFA753D-1FC6-DE13-E4B0-858D1870AE05}"/>
          </ac:grpSpMkLst>
        </pc:grpChg>
        <pc:grpChg chg="mod">
          <ac:chgData name="Hou, Bowen" userId="cbd36780-c17d-4782-a6cd-6dd8a1dcdc2c" providerId="ADAL" clId="{A769DFB0-DDBA-4BBA-A9E9-53B3513C4E3E}" dt="2025-02-26T01:16:05.086" v="779" actId="1076"/>
          <ac:grpSpMkLst>
            <pc:docMk/>
            <pc:sldMk cId="340494126" sldId="257"/>
            <ac:grpSpMk id="40" creationId="{EC05EBA1-7092-D802-4DD5-6A18700A9E77}"/>
          </ac:grpSpMkLst>
        </pc:grpChg>
        <pc:grpChg chg="mod">
          <ac:chgData name="Hou, Bowen" userId="cbd36780-c17d-4782-a6cd-6dd8a1dcdc2c" providerId="ADAL" clId="{A769DFB0-DDBA-4BBA-A9E9-53B3513C4E3E}" dt="2025-02-26T01:20:07.992" v="827" actId="207"/>
          <ac:grpSpMkLst>
            <pc:docMk/>
            <pc:sldMk cId="340494126" sldId="257"/>
            <ac:grpSpMk id="64" creationId="{FA1B3329-E98E-D9A0-122A-6A08E7EC1A55}"/>
          </ac:grpSpMkLst>
        </pc:grpChg>
        <pc:grpChg chg="mod">
          <ac:chgData name="Hou, Bowen" userId="cbd36780-c17d-4782-a6cd-6dd8a1dcdc2c" providerId="ADAL" clId="{A769DFB0-DDBA-4BBA-A9E9-53B3513C4E3E}" dt="2025-02-26T01:20:07.992" v="827" actId="207"/>
          <ac:grpSpMkLst>
            <pc:docMk/>
            <pc:sldMk cId="340494126" sldId="257"/>
            <ac:grpSpMk id="68" creationId="{6302A008-E8C0-54B0-D072-FCB72A4FDF90}"/>
          </ac:grpSpMkLst>
        </pc:grpChg>
        <pc:grpChg chg="add del mod">
          <ac:chgData name="Hou, Bowen" userId="cbd36780-c17d-4782-a6cd-6dd8a1dcdc2c" providerId="ADAL" clId="{A769DFB0-DDBA-4BBA-A9E9-53B3513C4E3E}" dt="2025-02-26T01:22:47.248" v="871" actId="478"/>
          <ac:grpSpMkLst>
            <pc:docMk/>
            <pc:sldMk cId="340494126" sldId="257"/>
            <ac:grpSpMk id="74" creationId="{A8C2B524-1388-2CFA-BF32-A2FA53CB73AF}"/>
          </ac:grpSpMkLst>
        </pc:grpChg>
        <pc:grpChg chg="mod">
          <ac:chgData name="Hou, Bowen" userId="cbd36780-c17d-4782-a6cd-6dd8a1dcdc2c" providerId="ADAL" clId="{A769DFB0-DDBA-4BBA-A9E9-53B3513C4E3E}" dt="2025-02-26T01:18:53.594" v="800"/>
          <ac:grpSpMkLst>
            <pc:docMk/>
            <pc:sldMk cId="340494126" sldId="257"/>
            <ac:grpSpMk id="75" creationId="{1842772C-9952-3625-D8BA-6F98E5D163AC}"/>
          </ac:grpSpMkLst>
        </pc:grpChg>
        <pc:grpChg chg="mod">
          <ac:chgData name="Hou, Bowen" userId="cbd36780-c17d-4782-a6cd-6dd8a1dcdc2c" providerId="ADAL" clId="{A769DFB0-DDBA-4BBA-A9E9-53B3513C4E3E}" dt="2025-02-26T01:18:53.594" v="800"/>
          <ac:grpSpMkLst>
            <pc:docMk/>
            <pc:sldMk cId="340494126" sldId="257"/>
            <ac:grpSpMk id="77" creationId="{173D8E00-2766-EA83-9D99-DFDBE4BC90A2}"/>
          </ac:grpSpMkLst>
        </pc:grpChg>
        <pc:grpChg chg="add mod">
          <ac:chgData name="Hou, Bowen" userId="cbd36780-c17d-4782-a6cd-6dd8a1dcdc2c" providerId="ADAL" clId="{A769DFB0-DDBA-4BBA-A9E9-53B3513C4E3E}" dt="2025-02-26T01:28:37.556" v="1113" actId="164"/>
          <ac:grpSpMkLst>
            <pc:docMk/>
            <pc:sldMk cId="340494126" sldId="257"/>
            <ac:grpSpMk id="85" creationId="{2B77C1B0-F5CA-2D47-DC24-B0B02CB5833E}"/>
          </ac:grpSpMkLst>
        </pc:grpChg>
        <pc:grpChg chg="del mod">
          <ac:chgData name="Hou, Bowen" userId="cbd36780-c17d-4782-a6cd-6dd8a1dcdc2c" providerId="ADAL" clId="{A769DFB0-DDBA-4BBA-A9E9-53B3513C4E3E}" dt="2025-02-26T01:22:43.012" v="870" actId="165"/>
          <ac:grpSpMkLst>
            <pc:docMk/>
            <pc:sldMk cId="340494126" sldId="257"/>
            <ac:grpSpMk id="89" creationId="{EF155727-0945-5E75-D00E-0BD0BE8D99BF}"/>
          </ac:grpSpMkLst>
        </pc:grpChg>
        <pc:grpChg chg="del mod">
          <ac:chgData name="Hou, Bowen" userId="cbd36780-c17d-4782-a6cd-6dd8a1dcdc2c" providerId="ADAL" clId="{A769DFB0-DDBA-4BBA-A9E9-53B3513C4E3E}" dt="2025-02-26T01:26:20.120" v="1096" actId="478"/>
          <ac:grpSpMkLst>
            <pc:docMk/>
            <pc:sldMk cId="340494126" sldId="257"/>
            <ac:grpSpMk id="90" creationId="{2D2C9B4C-06AC-35AD-683E-6B15843E139D}"/>
          </ac:grpSpMkLst>
        </pc:grpChg>
        <pc:grpChg chg="mod">
          <ac:chgData name="Hou, Bowen" userId="cbd36780-c17d-4782-a6cd-6dd8a1dcdc2c" providerId="ADAL" clId="{A769DFB0-DDBA-4BBA-A9E9-53B3513C4E3E}" dt="2025-02-26T01:26:00.434" v="1093" actId="164"/>
          <ac:grpSpMkLst>
            <pc:docMk/>
            <pc:sldMk cId="340494126" sldId="257"/>
            <ac:grpSpMk id="92" creationId="{AA542C19-3585-8FFA-A588-28149DBF618D}"/>
          </ac:grpSpMkLst>
        </pc:grpChg>
        <pc:grpChg chg="del mod">
          <ac:chgData name="Hou, Bowen" userId="cbd36780-c17d-4782-a6cd-6dd8a1dcdc2c" providerId="ADAL" clId="{A769DFB0-DDBA-4BBA-A9E9-53B3513C4E3E}" dt="2025-02-26T01:25:38.962" v="1089" actId="478"/>
          <ac:grpSpMkLst>
            <pc:docMk/>
            <pc:sldMk cId="340494126" sldId="257"/>
            <ac:grpSpMk id="95" creationId="{8BA27C76-586F-3B3C-252E-A48612F7E58E}"/>
          </ac:grpSpMkLst>
        </pc:grpChg>
        <pc:grpChg chg="mod">
          <ac:chgData name="Hou, Bowen" userId="cbd36780-c17d-4782-a6cd-6dd8a1dcdc2c" providerId="ADAL" clId="{A769DFB0-DDBA-4BBA-A9E9-53B3513C4E3E}" dt="2025-02-26T01:25:05.203" v="1079" actId="207"/>
          <ac:grpSpMkLst>
            <pc:docMk/>
            <pc:sldMk cId="340494126" sldId="257"/>
            <ac:grpSpMk id="97" creationId="{DBB7E804-DD4B-6F40-7E93-0B228FEDB1C9}"/>
          </ac:grpSpMkLst>
        </pc:grpChg>
        <pc:grpChg chg="mod">
          <ac:chgData name="Hou, Bowen" userId="cbd36780-c17d-4782-a6cd-6dd8a1dcdc2c" providerId="ADAL" clId="{A769DFB0-DDBA-4BBA-A9E9-53B3513C4E3E}" dt="2025-02-26T01:22:43.012" v="870" actId="165"/>
          <ac:grpSpMkLst>
            <pc:docMk/>
            <pc:sldMk cId="340494126" sldId="257"/>
            <ac:grpSpMk id="101" creationId="{1D6C041C-39E8-DE7D-E244-F6D3478BCDC4}"/>
          </ac:grpSpMkLst>
        </pc:grpChg>
        <pc:grpChg chg="add mod">
          <ac:chgData name="Hou, Bowen" userId="cbd36780-c17d-4782-a6cd-6dd8a1dcdc2c" providerId="ADAL" clId="{A769DFB0-DDBA-4BBA-A9E9-53B3513C4E3E}" dt="2025-02-26T01:26:00.434" v="1093" actId="164"/>
          <ac:grpSpMkLst>
            <pc:docMk/>
            <pc:sldMk cId="340494126" sldId="257"/>
            <ac:grpSpMk id="109" creationId="{C8E4B314-DD02-B0FC-BFB1-2A2509209FEB}"/>
          </ac:grpSpMkLst>
        </pc:grpChg>
        <pc:grpChg chg="mod">
          <ac:chgData name="Hou, Bowen" userId="cbd36780-c17d-4782-a6cd-6dd8a1dcdc2c" providerId="ADAL" clId="{A769DFB0-DDBA-4BBA-A9E9-53B3513C4E3E}" dt="2025-02-26T01:25:22.525" v="1084" actId="207"/>
          <ac:grpSpMkLst>
            <pc:docMk/>
            <pc:sldMk cId="340494126" sldId="257"/>
            <ac:grpSpMk id="110" creationId="{A025EB0E-176F-7396-A049-B9A7D3F70BD2}"/>
          </ac:grpSpMkLst>
        </pc:grpChg>
        <pc:grpChg chg="del mod">
          <ac:chgData name="Hou, Bowen" userId="cbd36780-c17d-4782-a6cd-6dd8a1dcdc2c" providerId="ADAL" clId="{A769DFB0-DDBA-4BBA-A9E9-53B3513C4E3E}" dt="2025-02-26T01:25:40.854" v="1090" actId="478"/>
          <ac:grpSpMkLst>
            <pc:docMk/>
            <pc:sldMk cId="340494126" sldId="257"/>
            <ac:grpSpMk id="113" creationId="{B8AAA184-AB2D-BFAA-4B16-EB847A24E953}"/>
          </ac:grpSpMkLst>
        </pc:grpChg>
        <pc:grpChg chg="add mod">
          <ac:chgData name="Hou, Bowen" userId="cbd36780-c17d-4782-a6cd-6dd8a1dcdc2c" providerId="ADAL" clId="{A769DFB0-DDBA-4BBA-A9E9-53B3513C4E3E}" dt="2025-02-26T01:28:37.556" v="1113" actId="164"/>
          <ac:grpSpMkLst>
            <pc:docMk/>
            <pc:sldMk cId="340494126" sldId="257"/>
            <ac:grpSpMk id="118" creationId="{A28C57C4-760C-DCDA-0FDD-BE29BFC2C970}"/>
          </ac:grpSpMkLst>
        </pc:grpChg>
        <pc:grpChg chg="add mod">
          <ac:chgData name="Hou, Bowen" userId="cbd36780-c17d-4782-a6cd-6dd8a1dcdc2c" providerId="ADAL" clId="{A769DFB0-DDBA-4BBA-A9E9-53B3513C4E3E}" dt="2025-02-26T01:40:10.609" v="1181" actId="164"/>
          <ac:grpSpMkLst>
            <pc:docMk/>
            <pc:sldMk cId="340494126" sldId="257"/>
            <ac:grpSpMk id="121" creationId="{C1B1FA68-7AC1-BA0A-6004-68565D67A832}"/>
          </ac:grpSpMkLst>
        </pc:grpChg>
        <pc:grpChg chg="add mod">
          <ac:chgData name="Hou, Bowen" userId="cbd36780-c17d-4782-a6cd-6dd8a1dcdc2c" providerId="ADAL" clId="{A769DFB0-DDBA-4BBA-A9E9-53B3513C4E3E}" dt="2025-02-26T01:40:10.609" v="1181" actId="164"/>
          <ac:grpSpMkLst>
            <pc:docMk/>
            <pc:sldMk cId="340494126" sldId="257"/>
            <ac:grpSpMk id="122" creationId="{EABA09EA-45E7-FF1A-B5CC-3E65B3545232}"/>
          </ac:grpSpMkLst>
        </pc:grpChg>
        <pc:grpChg chg="add del mod">
          <ac:chgData name="Hou, Bowen" userId="cbd36780-c17d-4782-a6cd-6dd8a1dcdc2c" providerId="ADAL" clId="{A769DFB0-DDBA-4BBA-A9E9-53B3513C4E3E}" dt="2025-02-26T01:40:11.662" v="1182" actId="21"/>
          <ac:grpSpMkLst>
            <pc:docMk/>
            <pc:sldMk cId="340494126" sldId="257"/>
            <ac:grpSpMk id="129" creationId="{4B6B2034-386F-36CC-6DAC-55FEBB33A37A}"/>
          </ac:grpSpMkLst>
        </pc:grpChg>
        <pc:grpChg chg="mod">
          <ac:chgData name="Hou, Bowen" userId="cbd36780-c17d-4782-a6cd-6dd8a1dcdc2c" providerId="ADAL" clId="{A769DFB0-DDBA-4BBA-A9E9-53B3513C4E3E}" dt="2025-02-26T01:45:20.823" v="1278" actId="164"/>
          <ac:grpSpMkLst>
            <pc:docMk/>
            <pc:sldMk cId="340494126" sldId="257"/>
            <ac:grpSpMk id="134" creationId="{A2FA9C9B-B9FC-1CC4-FD5A-E2FCEFB1924C}"/>
          </ac:grpSpMkLst>
        </pc:grpChg>
        <pc:grpChg chg="add mod">
          <ac:chgData name="Hou, Bowen" userId="cbd36780-c17d-4782-a6cd-6dd8a1dcdc2c" providerId="ADAL" clId="{A769DFB0-DDBA-4BBA-A9E9-53B3513C4E3E}" dt="2025-02-26T01:45:28.994" v="1282" actId="1035"/>
          <ac:grpSpMkLst>
            <pc:docMk/>
            <pc:sldMk cId="340494126" sldId="257"/>
            <ac:grpSpMk id="136" creationId="{AC8BFD86-6545-3E15-47FE-0F2CFEAF9C4C}"/>
          </ac:grpSpMkLst>
        </pc:grpChg>
        <pc:grpChg chg="add mod">
          <ac:chgData name="Hou, Bowen" userId="cbd36780-c17d-4782-a6cd-6dd8a1dcdc2c" providerId="ADAL" clId="{A769DFB0-DDBA-4BBA-A9E9-53B3513C4E3E}" dt="2025-02-26T02:25:35.593" v="1898" actId="1076"/>
          <ac:grpSpMkLst>
            <pc:docMk/>
            <pc:sldMk cId="340494126" sldId="257"/>
            <ac:grpSpMk id="137" creationId="{B603F802-C402-51B2-A4CD-4D8554BB6A08}"/>
          </ac:grpSpMkLst>
        </pc:grpChg>
        <pc:grpChg chg="mod">
          <ac:chgData name="Hou, Bowen" userId="cbd36780-c17d-4782-a6cd-6dd8a1dcdc2c" providerId="ADAL" clId="{A769DFB0-DDBA-4BBA-A9E9-53B3513C4E3E}" dt="2025-02-26T02:23:20.858" v="1854" actId="20577"/>
          <ac:grpSpMkLst>
            <pc:docMk/>
            <pc:sldMk cId="340494126" sldId="257"/>
            <ac:grpSpMk id="405" creationId="{04375840-4445-180F-3480-1A4A89EE6B7F}"/>
          </ac:grpSpMkLst>
        </pc:grpChg>
        <pc:grpChg chg="mod">
          <ac:chgData name="Hou, Bowen" userId="cbd36780-c17d-4782-a6cd-6dd8a1dcdc2c" providerId="ADAL" clId="{A769DFB0-DDBA-4BBA-A9E9-53B3513C4E3E}" dt="2025-02-26T02:01:08.272" v="1476" actId="1076"/>
          <ac:grpSpMkLst>
            <pc:docMk/>
            <pc:sldMk cId="340494126" sldId="257"/>
            <ac:grpSpMk id="422" creationId="{44D403D0-1FC5-87D7-34F8-190E7D499046}"/>
          </ac:grpSpMkLst>
        </pc:grpChg>
        <pc:grpChg chg="add mod">
          <ac:chgData name="Hou, Bowen" userId="cbd36780-c17d-4782-a6cd-6dd8a1dcdc2c" providerId="ADAL" clId="{A769DFB0-DDBA-4BBA-A9E9-53B3513C4E3E}" dt="2025-02-26T01:26:26.362" v="1098" actId="1076"/>
          <ac:grpSpMkLst>
            <pc:docMk/>
            <pc:sldMk cId="340494126" sldId="257"/>
            <ac:grpSpMk id="457" creationId="{427D1DF0-7F5A-D659-3F67-0B14117778FA}"/>
          </ac:grpSpMkLst>
        </pc:grpChg>
        <pc:grpChg chg="add mod">
          <ac:chgData name="Hou, Bowen" userId="cbd36780-c17d-4782-a6cd-6dd8a1dcdc2c" providerId="ADAL" clId="{A769DFB0-DDBA-4BBA-A9E9-53B3513C4E3E}" dt="2025-02-26T01:31:59.627" v="1167" actId="207"/>
          <ac:grpSpMkLst>
            <pc:docMk/>
            <pc:sldMk cId="340494126" sldId="257"/>
            <ac:grpSpMk id="484" creationId="{12AE39A6-707E-3158-92C5-0BB04813F6B4}"/>
          </ac:grpSpMkLst>
        </pc:grpChg>
        <pc:grpChg chg="add mod">
          <ac:chgData name="Hou, Bowen" userId="cbd36780-c17d-4782-a6cd-6dd8a1dcdc2c" providerId="ADAL" clId="{A769DFB0-DDBA-4BBA-A9E9-53B3513C4E3E}" dt="2025-02-26T01:11:38.588" v="688" actId="164"/>
          <ac:grpSpMkLst>
            <pc:docMk/>
            <pc:sldMk cId="340494126" sldId="257"/>
            <ac:grpSpMk id="485" creationId="{ADDB355E-D799-E1B8-D563-5858F8F99314}"/>
          </ac:grpSpMkLst>
        </pc:grpChg>
        <pc:grpChg chg="add mod">
          <ac:chgData name="Hou, Bowen" userId="cbd36780-c17d-4782-a6cd-6dd8a1dcdc2c" providerId="ADAL" clId="{A769DFB0-DDBA-4BBA-A9E9-53B3513C4E3E}" dt="2025-02-26T01:31:59.627" v="1167" actId="207"/>
          <ac:grpSpMkLst>
            <pc:docMk/>
            <pc:sldMk cId="340494126" sldId="257"/>
            <ac:grpSpMk id="496" creationId="{F65FED54-5EAB-666F-D523-ABB1D12B7695}"/>
          </ac:grpSpMkLst>
        </pc:grpChg>
        <pc:grpChg chg="add del mod">
          <ac:chgData name="Hou, Bowen" userId="cbd36780-c17d-4782-a6cd-6dd8a1dcdc2c" providerId="ADAL" clId="{A769DFB0-DDBA-4BBA-A9E9-53B3513C4E3E}" dt="2025-02-26T01:22:50.007" v="872" actId="478"/>
          <ac:grpSpMkLst>
            <pc:docMk/>
            <pc:sldMk cId="340494126" sldId="257"/>
            <ac:grpSpMk id="510" creationId="{A1FA2C41-4359-E0E1-4E4A-A7A752A8C816}"/>
          </ac:grpSpMkLst>
        </pc:grpChg>
        <pc:picChg chg="mod">
          <ac:chgData name="Hou, Bowen" userId="cbd36780-c17d-4782-a6cd-6dd8a1dcdc2c" providerId="ADAL" clId="{A769DFB0-DDBA-4BBA-A9E9-53B3513C4E3E}" dt="2025-02-26T02:01:44.036" v="1484" actId="1076"/>
          <ac:picMkLst>
            <pc:docMk/>
            <pc:sldMk cId="340494126" sldId="257"/>
            <ac:picMk id="349" creationId="{6FB1B4BA-9EA2-A270-410D-539905735DA9}"/>
          </ac:picMkLst>
        </pc:picChg>
        <pc:picChg chg="mod">
          <ac:chgData name="Hou, Bowen" userId="cbd36780-c17d-4782-a6cd-6dd8a1dcdc2c" providerId="ADAL" clId="{A769DFB0-DDBA-4BBA-A9E9-53B3513C4E3E}" dt="2025-02-26T02:23:20.858" v="1854" actId="20577"/>
          <ac:picMkLst>
            <pc:docMk/>
            <pc:sldMk cId="340494126" sldId="257"/>
            <ac:picMk id="376" creationId="{8ADF1106-A16C-F553-5C85-DA398D3008FA}"/>
          </ac:picMkLst>
        </pc:picChg>
        <pc:cxnChg chg="del mod">
          <ac:chgData name="Hou, Bowen" userId="cbd36780-c17d-4782-a6cd-6dd8a1dcdc2c" providerId="ADAL" clId="{A769DFB0-DDBA-4BBA-A9E9-53B3513C4E3E}" dt="2025-02-26T00:51:14.534" v="86" actId="478"/>
          <ac:cxnSpMkLst>
            <pc:docMk/>
            <pc:sldMk cId="340494126" sldId="257"/>
            <ac:cxnSpMk id="4" creationId="{DBA78B91-A67A-F8A5-FF22-4103FC6ED99C}"/>
          </ac:cxnSpMkLst>
        </pc:cxnChg>
        <pc:cxnChg chg="del mod">
          <ac:chgData name="Hou, Bowen" userId="cbd36780-c17d-4782-a6cd-6dd8a1dcdc2c" providerId="ADAL" clId="{A769DFB0-DDBA-4BBA-A9E9-53B3513C4E3E}" dt="2025-02-26T01:45:07.840" v="1274" actId="478"/>
          <ac:cxnSpMkLst>
            <pc:docMk/>
            <pc:sldMk cId="340494126" sldId="257"/>
            <ac:cxnSpMk id="44" creationId="{66731AEF-24A9-3031-50EB-31D78AF2A853}"/>
          </ac:cxnSpMkLst>
        </pc:cxnChg>
        <pc:cxnChg chg="del mod">
          <ac:chgData name="Hou, Bowen" userId="cbd36780-c17d-4782-a6cd-6dd8a1dcdc2c" providerId="ADAL" clId="{A769DFB0-DDBA-4BBA-A9E9-53B3513C4E3E}" dt="2025-02-26T01:45:07.840" v="1274" actId="478"/>
          <ac:cxnSpMkLst>
            <pc:docMk/>
            <pc:sldMk cId="340494126" sldId="257"/>
            <ac:cxnSpMk id="45" creationId="{69B95CF9-B93F-ED3A-A5DB-268D62AF9F8D}"/>
          </ac:cxnSpMkLst>
        </pc:cxnChg>
        <pc:cxnChg chg="mod">
          <ac:chgData name="Hou, Bowen" userId="cbd36780-c17d-4782-a6cd-6dd8a1dcdc2c" providerId="ADAL" clId="{A769DFB0-DDBA-4BBA-A9E9-53B3513C4E3E}" dt="2025-02-26T00:50:08.508" v="64" actId="14100"/>
          <ac:cxnSpMkLst>
            <pc:docMk/>
            <pc:sldMk cId="340494126" sldId="257"/>
            <ac:cxnSpMk id="78" creationId="{C03D7238-8C22-E04F-ADD7-AADC4E9B89D8}"/>
          </ac:cxnSpMkLst>
        </pc:cxnChg>
        <pc:cxnChg chg="add mod">
          <ac:chgData name="Hou, Bowen" userId="cbd36780-c17d-4782-a6cd-6dd8a1dcdc2c" providerId="ADAL" clId="{A769DFB0-DDBA-4BBA-A9E9-53B3513C4E3E}" dt="2025-02-26T01:40:10.609" v="1181" actId="164"/>
          <ac:cxnSpMkLst>
            <pc:docMk/>
            <pc:sldMk cId="340494126" sldId="257"/>
            <ac:cxnSpMk id="120" creationId="{398AAE92-6886-7F04-CD95-5FF7DF7642EB}"/>
          </ac:cxnSpMkLst>
        </pc:cxnChg>
        <pc:cxnChg chg="add mod">
          <ac:chgData name="Hou, Bowen" userId="cbd36780-c17d-4782-a6cd-6dd8a1dcdc2c" providerId="ADAL" clId="{A769DFB0-DDBA-4BBA-A9E9-53B3513C4E3E}" dt="2025-02-26T01:59:15.743" v="1461" actId="14100"/>
          <ac:cxnSpMkLst>
            <pc:docMk/>
            <pc:sldMk cId="340494126" sldId="257"/>
            <ac:cxnSpMk id="132" creationId="{F39F745C-4D36-77CA-79CE-BFAF1906DC47}"/>
          </ac:cxnSpMkLst>
        </pc:cxnChg>
        <pc:cxnChg chg="mod">
          <ac:chgData name="Hou, Bowen" userId="cbd36780-c17d-4782-a6cd-6dd8a1dcdc2c" providerId="ADAL" clId="{A769DFB0-DDBA-4BBA-A9E9-53B3513C4E3E}" dt="2025-02-26T02:15:05.469" v="1722" actId="14100"/>
          <ac:cxnSpMkLst>
            <pc:docMk/>
            <pc:sldMk cId="340494126" sldId="257"/>
            <ac:cxnSpMk id="155" creationId="{7B458638-A7D9-9FA1-681B-910D0A71FE13}"/>
          </ac:cxnSpMkLst>
        </pc:cxnChg>
        <pc:cxnChg chg="mod">
          <ac:chgData name="Hou, Bowen" userId="cbd36780-c17d-4782-a6cd-6dd8a1dcdc2c" providerId="ADAL" clId="{A769DFB0-DDBA-4BBA-A9E9-53B3513C4E3E}" dt="2025-02-26T02:02:39.537" v="1501" actId="1076"/>
          <ac:cxnSpMkLst>
            <pc:docMk/>
            <pc:sldMk cId="340494126" sldId="257"/>
            <ac:cxnSpMk id="278" creationId="{BBAD5C3D-1DB5-1E90-61A7-7355BD0D336F}"/>
          </ac:cxnSpMkLst>
        </pc:cxnChg>
        <pc:cxnChg chg="mod">
          <ac:chgData name="Hou, Bowen" userId="cbd36780-c17d-4782-a6cd-6dd8a1dcdc2c" providerId="ADAL" clId="{A769DFB0-DDBA-4BBA-A9E9-53B3513C4E3E}" dt="2025-02-26T02:06:30.065" v="1585" actId="1076"/>
          <ac:cxnSpMkLst>
            <pc:docMk/>
            <pc:sldMk cId="340494126" sldId="257"/>
            <ac:cxnSpMk id="313" creationId="{D6231D78-7EF2-B6C5-A4DF-E6FE78D21AF1}"/>
          </ac:cxnSpMkLst>
        </pc:cxnChg>
        <pc:cxnChg chg="mod">
          <ac:chgData name="Hou, Bowen" userId="cbd36780-c17d-4782-a6cd-6dd8a1dcdc2c" providerId="ADAL" clId="{A769DFB0-DDBA-4BBA-A9E9-53B3513C4E3E}" dt="2025-02-26T02:01:41.563" v="1483" actId="1076"/>
          <ac:cxnSpMkLst>
            <pc:docMk/>
            <pc:sldMk cId="340494126" sldId="257"/>
            <ac:cxnSpMk id="328" creationId="{34727B9A-1988-6A26-A6D0-581581FE6889}"/>
          </ac:cxnSpMkLst>
        </pc:cxnChg>
        <pc:cxnChg chg="mod">
          <ac:chgData name="Hou, Bowen" userId="cbd36780-c17d-4782-a6cd-6dd8a1dcdc2c" providerId="ADAL" clId="{A769DFB0-DDBA-4BBA-A9E9-53B3513C4E3E}" dt="2025-02-26T01:52:51.698" v="1383" actId="1076"/>
          <ac:cxnSpMkLst>
            <pc:docMk/>
            <pc:sldMk cId="340494126" sldId="257"/>
            <ac:cxnSpMk id="364" creationId="{B1AD391A-68EA-1390-0650-D7E1B8984D88}"/>
          </ac:cxnSpMkLst>
        </pc:cxnChg>
        <pc:cxnChg chg="mod">
          <ac:chgData name="Hou, Bowen" userId="cbd36780-c17d-4782-a6cd-6dd8a1dcdc2c" providerId="ADAL" clId="{A769DFB0-DDBA-4BBA-A9E9-53B3513C4E3E}" dt="2025-02-26T02:02:05.289" v="1492" actId="14100"/>
          <ac:cxnSpMkLst>
            <pc:docMk/>
            <pc:sldMk cId="340494126" sldId="257"/>
            <ac:cxnSpMk id="374" creationId="{C96BAE67-176B-1200-6CD5-02C5067BF376}"/>
          </ac:cxnSpMkLst>
        </pc:cxnChg>
        <pc:cxnChg chg="mod">
          <ac:chgData name="Hou, Bowen" userId="cbd36780-c17d-4782-a6cd-6dd8a1dcdc2c" providerId="ADAL" clId="{A769DFB0-DDBA-4BBA-A9E9-53B3513C4E3E}" dt="2025-02-26T02:04:19.784" v="1544" actId="14100"/>
          <ac:cxnSpMkLst>
            <pc:docMk/>
            <pc:sldMk cId="340494126" sldId="257"/>
            <ac:cxnSpMk id="380" creationId="{97E1D96A-F27C-CDFB-7AA4-B98AB2552A4C}"/>
          </ac:cxnSpMkLst>
        </pc:cxnChg>
        <pc:cxnChg chg="mod">
          <ac:chgData name="Hou, Bowen" userId="cbd36780-c17d-4782-a6cd-6dd8a1dcdc2c" providerId="ADAL" clId="{A769DFB0-DDBA-4BBA-A9E9-53B3513C4E3E}" dt="2025-02-26T02:04:19.784" v="1544" actId="14100"/>
          <ac:cxnSpMkLst>
            <pc:docMk/>
            <pc:sldMk cId="340494126" sldId="257"/>
            <ac:cxnSpMk id="382" creationId="{6E91BFDC-6FF4-3593-291A-90D107611E46}"/>
          </ac:cxnSpMkLst>
        </pc:cxnChg>
        <pc:cxnChg chg="mod">
          <ac:chgData name="Hou, Bowen" userId="cbd36780-c17d-4782-a6cd-6dd8a1dcdc2c" providerId="ADAL" clId="{A769DFB0-DDBA-4BBA-A9E9-53B3513C4E3E}" dt="2025-02-26T02:23:32.436" v="1860" actId="14100"/>
          <ac:cxnSpMkLst>
            <pc:docMk/>
            <pc:sldMk cId="340494126" sldId="257"/>
            <ac:cxnSpMk id="392" creationId="{F0C90EF3-F424-E179-C7ED-2348E07B03F4}"/>
          </ac:cxnSpMkLst>
        </pc:cxnChg>
        <pc:cxnChg chg="mod">
          <ac:chgData name="Hou, Bowen" userId="cbd36780-c17d-4782-a6cd-6dd8a1dcdc2c" providerId="ADAL" clId="{A769DFB0-DDBA-4BBA-A9E9-53B3513C4E3E}" dt="2025-02-26T02:22:26.302" v="1839" actId="1076"/>
          <ac:cxnSpMkLst>
            <pc:docMk/>
            <pc:sldMk cId="340494126" sldId="257"/>
            <ac:cxnSpMk id="396" creationId="{08898B0F-D15E-013B-1A3E-A3287978893A}"/>
          </ac:cxnSpMkLst>
        </pc:cxnChg>
        <pc:cxnChg chg="mod">
          <ac:chgData name="Hou, Bowen" userId="cbd36780-c17d-4782-a6cd-6dd8a1dcdc2c" providerId="ADAL" clId="{A769DFB0-DDBA-4BBA-A9E9-53B3513C4E3E}" dt="2025-02-26T02:22:33.279" v="1840" actId="1076"/>
          <ac:cxnSpMkLst>
            <pc:docMk/>
            <pc:sldMk cId="340494126" sldId="257"/>
            <ac:cxnSpMk id="398" creationId="{BC8E6F6B-0DED-B720-32AC-066E125040E4}"/>
          </ac:cxnSpMkLst>
        </pc:cxnChg>
        <pc:cxnChg chg="mod">
          <ac:chgData name="Hou, Bowen" userId="cbd36780-c17d-4782-a6cd-6dd8a1dcdc2c" providerId="ADAL" clId="{A769DFB0-DDBA-4BBA-A9E9-53B3513C4E3E}" dt="2025-02-26T00:57:08.414" v="201" actId="1035"/>
          <ac:cxnSpMkLst>
            <pc:docMk/>
            <pc:sldMk cId="340494126" sldId="257"/>
            <ac:cxnSpMk id="433" creationId="{6735DCFA-0602-6FF5-1E88-7C71D8B173D8}"/>
          </ac:cxnSpMkLst>
        </pc:cxnChg>
        <pc:cxnChg chg="mod">
          <ac:chgData name="Hou, Bowen" userId="cbd36780-c17d-4782-a6cd-6dd8a1dcdc2c" providerId="ADAL" clId="{A769DFB0-DDBA-4BBA-A9E9-53B3513C4E3E}" dt="2025-02-26T00:57:08.414" v="201" actId="1035"/>
          <ac:cxnSpMkLst>
            <pc:docMk/>
            <pc:sldMk cId="340494126" sldId="257"/>
            <ac:cxnSpMk id="439" creationId="{E1952ECE-7367-B7E2-436C-38897E832524}"/>
          </ac:cxnSpMkLst>
        </pc:cxnChg>
        <pc:cxnChg chg="mod">
          <ac:chgData name="Hou, Bowen" userId="cbd36780-c17d-4782-a6cd-6dd8a1dcdc2c" providerId="ADAL" clId="{A769DFB0-DDBA-4BBA-A9E9-53B3513C4E3E}" dt="2025-02-26T00:56:24.629" v="179" actId="1076"/>
          <ac:cxnSpMkLst>
            <pc:docMk/>
            <pc:sldMk cId="340494126" sldId="257"/>
            <ac:cxnSpMk id="452" creationId="{A792E9DD-0246-79FD-B44A-371B65FEBC7A}"/>
          </ac:cxnSpMkLst>
        </pc:cxnChg>
        <pc:cxnChg chg="add del">
          <ac:chgData name="Hou, Bowen" userId="cbd36780-c17d-4782-a6cd-6dd8a1dcdc2c" providerId="ADAL" clId="{A769DFB0-DDBA-4BBA-A9E9-53B3513C4E3E}" dt="2025-02-26T00:57:47.799" v="214" actId="478"/>
          <ac:cxnSpMkLst>
            <pc:docMk/>
            <pc:sldMk cId="340494126" sldId="257"/>
            <ac:cxnSpMk id="459" creationId="{BF6045F8-F3EE-8884-9B4F-FA7D5A9DF15B}"/>
          </ac:cxnSpMkLst>
        </pc:cxnChg>
        <pc:cxnChg chg="mod">
          <ac:chgData name="Hou, Bowen" userId="cbd36780-c17d-4782-a6cd-6dd8a1dcdc2c" providerId="ADAL" clId="{A769DFB0-DDBA-4BBA-A9E9-53B3513C4E3E}" dt="2025-02-26T00:56:27.777" v="180" actId="14100"/>
          <ac:cxnSpMkLst>
            <pc:docMk/>
            <pc:sldMk cId="340494126" sldId="257"/>
            <ac:cxnSpMk id="466" creationId="{B4A5F8C0-3029-57DD-5CA9-09D4087CF54C}"/>
          </ac:cxnSpMkLst>
        </pc:cxnChg>
        <pc:cxnChg chg="add mod">
          <ac:chgData name="Hou, Bowen" userId="cbd36780-c17d-4782-a6cd-6dd8a1dcdc2c" providerId="ADAL" clId="{A769DFB0-DDBA-4BBA-A9E9-53B3513C4E3E}" dt="2025-02-26T01:47:56.051" v="1301" actId="164"/>
          <ac:cxnSpMkLst>
            <pc:docMk/>
            <pc:sldMk cId="340494126" sldId="257"/>
            <ac:cxnSpMk id="471" creationId="{4323CC99-DB07-A280-04CA-787880351884}"/>
          </ac:cxnSpMkLst>
        </pc:cxnChg>
        <pc:cxnChg chg="mod">
          <ac:chgData name="Hou, Bowen" userId="cbd36780-c17d-4782-a6cd-6dd8a1dcdc2c" providerId="ADAL" clId="{A769DFB0-DDBA-4BBA-A9E9-53B3513C4E3E}" dt="2025-02-26T01:59:01.018" v="1455" actId="1076"/>
          <ac:cxnSpMkLst>
            <pc:docMk/>
            <pc:sldMk cId="340494126" sldId="257"/>
            <ac:cxnSpMk id="497" creationId="{3264A474-FBA5-2E2D-C906-79BA6E8634AA}"/>
          </ac:cxnSpMkLst>
        </pc:cxnChg>
        <pc:cxnChg chg="mod">
          <ac:chgData name="Hou, Bowen" userId="cbd36780-c17d-4782-a6cd-6dd8a1dcdc2c" providerId="ADAL" clId="{A769DFB0-DDBA-4BBA-A9E9-53B3513C4E3E}" dt="2025-02-26T00:58:41.453" v="221" actId="1076"/>
          <ac:cxnSpMkLst>
            <pc:docMk/>
            <pc:sldMk cId="340494126" sldId="257"/>
            <ac:cxnSpMk id="503" creationId="{F8668EF5-346B-0AF6-2002-3D31546E643F}"/>
          </ac:cxnSpMkLst>
        </pc:cxnChg>
        <pc:cxnChg chg="mod">
          <ac:chgData name="Hou, Bowen" userId="cbd36780-c17d-4782-a6cd-6dd8a1dcdc2c" providerId="ADAL" clId="{A769DFB0-DDBA-4BBA-A9E9-53B3513C4E3E}" dt="2025-02-26T00:58:45.394" v="222" actId="1076"/>
          <ac:cxnSpMkLst>
            <pc:docMk/>
            <pc:sldMk cId="340494126" sldId="257"/>
            <ac:cxnSpMk id="504" creationId="{0A869BDC-1A68-7BFE-9B2A-54CA458657E0}"/>
          </ac:cxnSpMkLst>
        </pc:cxnChg>
        <pc:cxnChg chg="mod">
          <ac:chgData name="Hou, Bowen" userId="cbd36780-c17d-4782-a6cd-6dd8a1dcdc2c" providerId="ADAL" clId="{A769DFB0-DDBA-4BBA-A9E9-53B3513C4E3E}" dt="2025-02-26T00:59:11.018" v="228" actId="14100"/>
          <ac:cxnSpMkLst>
            <pc:docMk/>
            <pc:sldMk cId="340494126" sldId="257"/>
            <ac:cxnSpMk id="505" creationId="{31A2EABF-2F51-5B11-812B-BC858CCA92D1}"/>
          </ac:cxnSpMkLst>
        </pc:cxnChg>
        <pc:cxnChg chg="del mod">
          <ac:chgData name="Hou, Bowen" userId="cbd36780-c17d-4782-a6cd-6dd8a1dcdc2c" providerId="ADAL" clId="{A769DFB0-DDBA-4BBA-A9E9-53B3513C4E3E}" dt="2025-02-26T01:18:23.136" v="792" actId="478"/>
          <ac:cxnSpMkLst>
            <pc:docMk/>
            <pc:sldMk cId="340494126" sldId="257"/>
            <ac:cxnSpMk id="511" creationId="{67AFA3D8-1061-B816-4AF0-84DE437E62E2}"/>
          </ac:cxnSpMkLst>
        </pc:cxnChg>
      </pc:sldChg>
      <pc:sldChg chg="addSp delSp modSp new mod">
        <pc:chgData name="Hou, Bowen" userId="cbd36780-c17d-4782-a6cd-6dd8a1dcdc2c" providerId="ADAL" clId="{A769DFB0-DDBA-4BBA-A9E9-53B3513C4E3E}" dt="2025-02-26T02:57:55.313" v="2854" actId="1076"/>
        <pc:sldMkLst>
          <pc:docMk/>
          <pc:sldMk cId="3169227195" sldId="258"/>
        </pc:sldMkLst>
        <pc:spChg chg="del">
          <ac:chgData name="Hou, Bowen" userId="cbd36780-c17d-4782-a6cd-6dd8a1dcdc2c" providerId="ADAL" clId="{A769DFB0-DDBA-4BBA-A9E9-53B3513C4E3E}" dt="2025-02-26T01:40:16.877" v="1184" actId="478"/>
          <ac:spMkLst>
            <pc:docMk/>
            <pc:sldMk cId="3169227195" sldId="258"/>
            <ac:spMk id="2" creationId="{DB1965DA-0193-50A7-4370-F742E7922AD4}"/>
          </ac:spMkLst>
        </pc:spChg>
        <pc:spChg chg="del">
          <ac:chgData name="Hou, Bowen" userId="cbd36780-c17d-4782-a6cd-6dd8a1dcdc2c" providerId="ADAL" clId="{A769DFB0-DDBA-4BBA-A9E9-53B3513C4E3E}" dt="2025-02-26T01:40:16.877" v="1184" actId="478"/>
          <ac:spMkLst>
            <pc:docMk/>
            <pc:sldMk cId="3169227195" sldId="258"/>
            <ac:spMk id="3" creationId="{581209D4-009D-10F6-161F-182A3EABBA90}"/>
          </ac:spMkLst>
        </pc:spChg>
        <pc:spChg chg="add mod">
          <ac:chgData name="Hou, Bowen" userId="cbd36780-c17d-4782-a6cd-6dd8a1dcdc2c" providerId="ADAL" clId="{A769DFB0-DDBA-4BBA-A9E9-53B3513C4E3E}" dt="2025-02-26T02:49:13.023" v="2721" actId="1076"/>
          <ac:spMkLst>
            <pc:docMk/>
            <pc:sldMk cId="3169227195" sldId="258"/>
            <ac:spMk id="4" creationId="{FC2B2D0A-30DD-A883-114E-7DF8C68A91A0}"/>
          </ac:spMkLst>
        </pc:spChg>
        <pc:spChg chg="mod">
          <ac:chgData name="Hou, Bowen" userId="cbd36780-c17d-4782-a6cd-6dd8a1dcdc2c" providerId="ADAL" clId="{A769DFB0-DDBA-4BBA-A9E9-53B3513C4E3E}" dt="2025-02-26T02:33:11.433" v="2056" actId="1076"/>
          <ac:spMkLst>
            <pc:docMk/>
            <pc:sldMk cId="3169227195" sldId="258"/>
            <ac:spMk id="11" creationId="{7D2A9AC4-2B64-71DC-5117-4024113B8800}"/>
          </ac:spMkLst>
        </pc:spChg>
        <pc:spChg chg="mod">
          <ac:chgData name="Hou, Bowen" userId="cbd36780-c17d-4782-a6cd-6dd8a1dcdc2c" providerId="ADAL" clId="{A769DFB0-DDBA-4BBA-A9E9-53B3513C4E3E}" dt="2025-02-26T02:32:45.298" v="2051" actId="1076"/>
          <ac:spMkLst>
            <pc:docMk/>
            <pc:sldMk cId="3169227195" sldId="258"/>
            <ac:spMk id="15" creationId="{6923E19E-871A-7A66-724A-FA645ABA9064}"/>
          </ac:spMkLst>
        </pc:spChg>
        <pc:spChg chg="mod">
          <ac:chgData name="Hou, Bowen" userId="cbd36780-c17d-4782-a6cd-6dd8a1dcdc2c" providerId="ADAL" clId="{A769DFB0-DDBA-4BBA-A9E9-53B3513C4E3E}" dt="2025-02-26T02:32:38.230" v="2048" actId="1076"/>
          <ac:spMkLst>
            <pc:docMk/>
            <pc:sldMk cId="3169227195" sldId="258"/>
            <ac:spMk id="16" creationId="{C0CFA5A6-B550-3B96-7673-4D8B08953A9A}"/>
          </ac:spMkLst>
        </pc:spChg>
        <pc:spChg chg="mod">
          <ac:chgData name="Hou, Bowen" userId="cbd36780-c17d-4782-a6cd-6dd8a1dcdc2c" providerId="ADAL" clId="{A769DFB0-DDBA-4BBA-A9E9-53B3513C4E3E}" dt="2025-02-26T02:30:10.557" v="2006" actId="1076"/>
          <ac:spMkLst>
            <pc:docMk/>
            <pc:sldMk cId="3169227195" sldId="258"/>
            <ac:spMk id="17" creationId="{5B0C4EC3-4410-29D5-0F54-ECD84FC2CF51}"/>
          </ac:spMkLst>
        </pc:spChg>
        <pc:spChg chg="mod">
          <ac:chgData name="Hou, Bowen" userId="cbd36780-c17d-4782-a6cd-6dd8a1dcdc2c" providerId="ADAL" clId="{A769DFB0-DDBA-4BBA-A9E9-53B3513C4E3E}" dt="2025-02-26T02:32:36.050" v="2047" actId="1076"/>
          <ac:spMkLst>
            <pc:docMk/>
            <pc:sldMk cId="3169227195" sldId="258"/>
            <ac:spMk id="18" creationId="{FD5F3DAE-1A44-0F3A-CF3F-2E7658709353}"/>
          </ac:spMkLst>
        </pc:spChg>
        <pc:spChg chg="mod">
          <ac:chgData name="Hou, Bowen" userId="cbd36780-c17d-4782-a6cd-6dd8a1dcdc2c" providerId="ADAL" clId="{A769DFB0-DDBA-4BBA-A9E9-53B3513C4E3E}" dt="2025-02-26T02:32:33.090" v="2046" actId="1076"/>
          <ac:spMkLst>
            <pc:docMk/>
            <pc:sldMk cId="3169227195" sldId="258"/>
            <ac:spMk id="19" creationId="{4D89ADC0-2063-E990-C44B-C5A460981C6F}"/>
          </ac:spMkLst>
        </pc:spChg>
        <pc:spChg chg="mod">
          <ac:chgData name="Hou, Bowen" userId="cbd36780-c17d-4782-a6cd-6dd8a1dcdc2c" providerId="ADAL" clId="{A769DFB0-DDBA-4BBA-A9E9-53B3513C4E3E}" dt="2025-02-26T02:30:10.557" v="2006" actId="1076"/>
          <ac:spMkLst>
            <pc:docMk/>
            <pc:sldMk cId="3169227195" sldId="258"/>
            <ac:spMk id="20" creationId="{2E62452B-4A18-6452-C09F-A9543B21672A}"/>
          </ac:spMkLst>
        </pc:spChg>
        <pc:spChg chg="mod">
          <ac:chgData name="Hou, Bowen" userId="cbd36780-c17d-4782-a6cd-6dd8a1dcdc2c" providerId="ADAL" clId="{A769DFB0-DDBA-4BBA-A9E9-53B3513C4E3E}" dt="2025-02-26T02:32:42.974" v="2050" actId="1076"/>
          <ac:spMkLst>
            <pc:docMk/>
            <pc:sldMk cId="3169227195" sldId="258"/>
            <ac:spMk id="21" creationId="{E777CA26-1484-D93E-2AAF-B92D5BA688F1}"/>
          </ac:spMkLst>
        </pc:spChg>
        <pc:spChg chg="add mod">
          <ac:chgData name="Hou, Bowen" userId="cbd36780-c17d-4782-a6cd-6dd8a1dcdc2c" providerId="ADAL" clId="{A769DFB0-DDBA-4BBA-A9E9-53B3513C4E3E}" dt="2025-02-26T02:17:05.045" v="1750" actId="1076"/>
          <ac:spMkLst>
            <pc:docMk/>
            <pc:sldMk cId="3169227195" sldId="258"/>
            <ac:spMk id="24" creationId="{739C72C1-DE03-1937-AA8B-895B38A380E0}"/>
          </ac:spMkLst>
        </pc:spChg>
        <pc:spChg chg="add mod">
          <ac:chgData name="Hou, Bowen" userId="cbd36780-c17d-4782-a6cd-6dd8a1dcdc2c" providerId="ADAL" clId="{A769DFB0-DDBA-4BBA-A9E9-53B3513C4E3E}" dt="2025-02-26T02:45:47.027" v="2650" actId="1076"/>
          <ac:spMkLst>
            <pc:docMk/>
            <pc:sldMk cId="3169227195" sldId="258"/>
            <ac:spMk id="27" creationId="{4D64C4E7-5964-5DC0-CF67-C1CE1E71F841}"/>
          </ac:spMkLst>
        </pc:spChg>
        <pc:spChg chg="add mod ord">
          <ac:chgData name="Hou, Bowen" userId="cbd36780-c17d-4782-a6cd-6dd8a1dcdc2c" providerId="ADAL" clId="{A769DFB0-DDBA-4BBA-A9E9-53B3513C4E3E}" dt="2025-02-26T02:34:36.525" v="2506" actId="207"/>
          <ac:spMkLst>
            <pc:docMk/>
            <pc:sldMk cId="3169227195" sldId="258"/>
            <ac:spMk id="30" creationId="{8F7E9CC1-7742-83C1-945F-88CBD645E56E}"/>
          </ac:spMkLst>
        </pc:spChg>
        <pc:spChg chg="add mod">
          <ac:chgData name="Hou, Bowen" userId="cbd36780-c17d-4782-a6cd-6dd8a1dcdc2c" providerId="ADAL" clId="{A769DFB0-DDBA-4BBA-A9E9-53B3513C4E3E}" dt="2025-02-26T02:20:58.205" v="1825" actId="113"/>
          <ac:spMkLst>
            <pc:docMk/>
            <pc:sldMk cId="3169227195" sldId="258"/>
            <ac:spMk id="32" creationId="{D27E7ECA-41AB-770F-2F5C-3647E73D80C8}"/>
          </ac:spMkLst>
        </pc:spChg>
        <pc:spChg chg="add del mod">
          <ac:chgData name="Hou, Bowen" userId="cbd36780-c17d-4782-a6cd-6dd8a1dcdc2c" providerId="ADAL" clId="{A769DFB0-DDBA-4BBA-A9E9-53B3513C4E3E}" dt="2025-02-26T02:34:56.007" v="2510" actId="478"/>
          <ac:spMkLst>
            <pc:docMk/>
            <pc:sldMk cId="3169227195" sldId="258"/>
            <ac:spMk id="34" creationId="{A3FB6EB4-8C2A-3995-1F14-504F18C186A8}"/>
          </ac:spMkLst>
        </pc:spChg>
        <pc:spChg chg="add mod">
          <ac:chgData name="Hou, Bowen" userId="cbd36780-c17d-4782-a6cd-6dd8a1dcdc2c" providerId="ADAL" clId="{A769DFB0-DDBA-4BBA-A9E9-53B3513C4E3E}" dt="2025-02-26T02:49:19.406" v="2722" actId="1076"/>
          <ac:spMkLst>
            <pc:docMk/>
            <pc:sldMk cId="3169227195" sldId="258"/>
            <ac:spMk id="35" creationId="{EB7E8058-BDD9-516D-1E16-453893CE2BCA}"/>
          </ac:spMkLst>
        </pc:spChg>
        <pc:spChg chg="add mod">
          <ac:chgData name="Hou, Bowen" userId="cbd36780-c17d-4782-a6cd-6dd8a1dcdc2c" providerId="ADAL" clId="{A769DFB0-DDBA-4BBA-A9E9-53B3513C4E3E}" dt="2025-02-26T02:49:19.406" v="2722" actId="1076"/>
          <ac:spMkLst>
            <pc:docMk/>
            <pc:sldMk cId="3169227195" sldId="258"/>
            <ac:spMk id="38" creationId="{B25DBE3D-7A2D-E471-5370-71D5EFF98E83}"/>
          </ac:spMkLst>
        </pc:spChg>
        <pc:spChg chg="del mod">
          <ac:chgData name="Hou, Bowen" userId="cbd36780-c17d-4782-a6cd-6dd8a1dcdc2c" providerId="ADAL" clId="{A769DFB0-DDBA-4BBA-A9E9-53B3513C4E3E}" dt="2025-02-26T02:40:01.045" v="2604" actId="478"/>
          <ac:spMkLst>
            <pc:docMk/>
            <pc:sldMk cId="3169227195" sldId="258"/>
            <ac:spMk id="45" creationId="{7D923116-4B5A-23BA-79FA-283DB88CEC3D}"/>
          </ac:spMkLst>
        </pc:spChg>
        <pc:spChg chg="add mod">
          <ac:chgData name="Hou, Bowen" userId="cbd36780-c17d-4782-a6cd-6dd8a1dcdc2c" providerId="ADAL" clId="{A769DFB0-DDBA-4BBA-A9E9-53B3513C4E3E}" dt="2025-02-26T02:46:55.839" v="2670" actId="1076"/>
          <ac:spMkLst>
            <pc:docMk/>
            <pc:sldMk cId="3169227195" sldId="258"/>
            <ac:spMk id="46" creationId="{6FAC7FF4-8B00-4761-3B82-5F982992D4D5}"/>
          </ac:spMkLst>
        </pc:spChg>
        <pc:spChg chg="mod topLvl">
          <ac:chgData name="Hou, Bowen" userId="cbd36780-c17d-4782-a6cd-6dd8a1dcdc2c" providerId="ADAL" clId="{A769DFB0-DDBA-4BBA-A9E9-53B3513C4E3E}" dt="2025-02-26T02:46:52.652" v="2669" actId="1076"/>
          <ac:spMkLst>
            <pc:docMk/>
            <pc:sldMk cId="3169227195" sldId="258"/>
            <ac:spMk id="49" creationId="{61752C14-1C2A-4D71-9066-1B79C9CA6254}"/>
          </ac:spMkLst>
        </pc:spChg>
        <pc:spChg chg="mod">
          <ac:chgData name="Hou, Bowen" userId="cbd36780-c17d-4782-a6cd-6dd8a1dcdc2c" providerId="ADAL" clId="{A769DFB0-DDBA-4BBA-A9E9-53B3513C4E3E}" dt="2025-02-26T02:41:48.035" v="2612" actId="1076"/>
          <ac:spMkLst>
            <pc:docMk/>
            <pc:sldMk cId="3169227195" sldId="258"/>
            <ac:spMk id="50" creationId="{18C69A1E-199F-0226-10AF-7D5811FAE004}"/>
          </ac:spMkLst>
        </pc:spChg>
        <pc:spChg chg="mod">
          <ac:chgData name="Hou, Bowen" userId="cbd36780-c17d-4782-a6cd-6dd8a1dcdc2c" providerId="ADAL" clId="{A769DFB0-DDBA-4BBA-A9E9-53B3513C4E3E}" dt="2025-02-26T02:41:45.152" v="2611" actId="20577"/>
          <ac:spMkLst>
            <pc:docMk/>
            <pc:sldMk cId="3169227195" sldId="258"/>
            <ac:spMk id="51" creationId="{5A40989D-56B3-303E-2660-DC5F699B84FC}"/>
          </ac:spMkLst>
        </pc:spChg>
        <pc:spChg chg="mod">
          <ac:chgData name="Hou, Bowen" userId="cbd36780-c17d-4782-a6cd-6dd8a1dcdc2c" providerId="ADAL" clId="{A769DFB0-DDBA-4BBA-A9E9-53B3513C4E3E}" dt="2025-02-26T02:41:45.152" v="2611" actId="20577"/>
          <ac:spMkLst>
            <pc:docMk/>
            <pc:sldMk cId="3169227195" sldId="258"/>
            <ac:spMk id="52" creationId="{C2AEF4B0-27F5-C57A-DB9F-549A317E4142}"/>
          </ac:spMkLst>
        </pc:spChg>
        <pc:spChg chg="del mod topLvl">
          <ac:chgData name="Hou, Bowen" userId="cbd36780-c17d-4782-a6cd-6dd8a1dcdc2c" providerId="ADAL" clId="{A769DFB0-DDBA-4BBA-A9E9-53B3513C4E3E}" dt="2025-02-26T02:45:09.048" v="2632" actId="478"/>
          <ac:spMkLst>
            <pc:docMk/>
            <pc:sldMk cId="3169227195" sldId="258"/>
            <ac:spMk id="55" creationId="{8B56AB2C-087E-FD02-6840-336B28C28F41}"/>
          </ac:spMkLst>
        </pc:spChg>
        <pc:spChg chg="mod">
          <ac:chgData name="Hou, Bowen" userId="cbd36780-c17d-4782-a6cd-6dd8a1dcdc2c" providerId="ADAL" clId="{A769DFB0-DDBA-4BBA-A9E9-53B3513C4E3E}" dt="2025-02-26T02:44:32.907" v="2622" actId="207"/>
          <ac:spMkLst>
            <pc:docMk/>
            <pc:sldMk cId="3169227195" sldId="258"/>
            <ac:spMk id="56" creationId="{DE6530E9-6070-A707-91EC-6E5829E5F49B}"/>
          </ac:spMkLst>
        </pc:spChg>
        <pc:spChg chg="mod">
          <ac:chgData name="Hou, Bowen" userId="cbd36780-c17d-4782-a6cd-6dd8a1dcdc2c" providerId="ADAL" clId="{A769DFB0-DDBA-4BBA-A9E9-53B3513C4E3E}" dt="2025-02-26T02:44:47.991" v="2626" actId="207"/>
          <ac:spMkLst>
            <pc:docMk/>
            <pc:sldMk cId="3169227195" sldId="258"/>
            <ac:spMk id="57" creationId="{B09C44AA-5315-A5F8-2E58-1F991D638D51}"/>
          </ac:spMkLst>
        </pc:spChg>
        <pc:spChg chg="mod">
          <ac:chgData name="Hou, Bowen" userId="cbd36780-c17d-4782-a6cd-6dd8a1dcdc2c" providerId="ADAL" clId="{A769DFB0-DDBA-4BBA-A9E9-53B3513C4E3E}" dt="2025-02-26T02:38:38.644" v="2598" actId="58"/>
          <ac:spMkLst>
            <pc:docMk/>
            <pc:sldMk cId="3169227195" sldId="258"/>
            <ac:spMk id="58" creationId="{3CACC550-6486-4737-4234-96D3CA9AF61A}"/>
          </ac:spMkLst>
        </pc:spChg>
        <pc:spChg chg="del mod">
          <ac:chgData name="Hou, Bowen" userId="cbd36780-c17d-4782-a6cd-6dd8a1dcdc2c" providerId="ADAL" clId="{A769DFB0-DDBA-4BBA-A9E9-53B3513C4E3E}" dt="2025-02-26T02:57:43.670" v="2852" actId="478"/>
          <ac:spMkLst>
            <pc:docMk/>
            <pc:sldMk cId="3169227195" sldId="258"/>
            <ac:spMk id="60" creationId="{4B981C4C-E183-3A64-53F2-10134C4BAE00}"/>
          </ac:spMkLst>
        </pc:spChg>
        <pc:spChg chg="add mod">
          <ac:chgData name="Hou, Bowen" userId="cbd36780-c17d-4782-a6cd-6dd8a1dcdc2c" providerId="ADAL" clId="{A769DFB0-DDBA-4BBA-A9E9-53B3513C4E3E}" dt="2025-02-26T02:52:46.134" v="2767" actId="164"/>
          <ac:spMkLst>
            <pc:docMk/>
            <pc:sldMk cId="3169227195" sldId="258"/>
            <ac:spMk id="67" creationId="{B72D9564-FB1F-0CEE-D3D6-79085D1BA770}"/>
          </ac:spMkLst>
        </pc:spChg>
        <pc:spChg chg="mod">
          <ac:chgData name="Hou, Bowen" userId="cbd36780-c17d-4782-a6cd-6dd8a1dcdc2c" providerId="ADAL" clId="{A769DFB0-DDBA-4BBA-A9E9-53B3513C4E3E}" dt="2025-02-26T02:18:58.826" v="1792" actId="165"/>
          <ac:spMkLst>
            <pc:docMk/>
            <pc:sldMk cId="3169227195" sldId="258"/>
            <ac:spMk id="69" creationId="{28FB4922-107F-D00A-74A1-E92D062BE97C}"/>
          </ac:spMkLst>
        </pc:spChg>
        <pc:spChg chg="mod">
          <ac:chgData name="Hou, Bowen" userId="cbd36780-c17d-4782-a6cd-6dd8a1dcdc2c" providerId="ADAL" clId="{A769DFB0-DDBA-4BBA-A9E9-53B3513C4E3E}" dt="2025-02-26T02:11:02.242" v="1642" actId="165"/>
          <ac:spMkLst>
            <pc:docMk/>
            <pc:sldMk cId="3169227195" sldId="258"/>
            <ac:spMk id="71" creationId="{AC9FCE48-816C-051F-78D9-4B5541DB3156}"/>
          </ac:spMkLst>
        </pc:spChg>
        <pc:spChg chg="mod">
          <ac:chgData name="Hou, Bowen" userId="cbd36780-c17d-4782-a6cd-6dd8a1dcdc2c" providerId="ADAL" clId="{A769DFB0-DDBA-4BBA-A9E9-53B3513C4E3E}" dt="2025-02-26T02:11:02.242" v="1642" actId="165"/>
          <ac:spMkLst>
            <pc:docMk/>
            <pc:sldMk cId="3169227195" sldId="258"/>
            <ac:spMk id="72" creationId="{F60117F7-0495-E635-CADD-8EDAC6A5AF1C}"/>
          </ac:spMkLst>
        </pc:spChg>
        <pc:spChg chg="mod topLvl">
          <ac:chgData name="Hou, Bowen" userId="cbd36780-c17d-4782-a6cd-6dd8a1dcdc2c" providerId="ADAL" clId="{A769DFB0-DDBA-4BBA-A9E9-53B3513C4E3E}" dt="2025-02-26T02:19:33.829" v="1800" actId="1076"/>
          <ac:spMkLst>
            <pc:docMk/>
            <pc:sldMk cId="3169227195" sldId="258"/>
            <ac:spMk id="73" creationId="{68238376-71B6-7CEC-C76B-AC9E2346B039}"/>
          </ac:spMkLst>
        </pc:spChg>
        <pc:spChg chg="add mod">
          <ac:chgData name="Hou, Bowen" userId="cbd36780-c17d-4782-a6cd-6dd8a1dcdc2c" providerId="ADAL" clId="{A769DFB0-DDBA-4BBA-A9E9-53B3513C4E3E}" dt="2025-02-26T02:54:04.421" v="2807" actId="1076"/>
          <ac:spMkLst>
            <pc:docMk/>
            <pc:sldMk cId="3169227195" sldId="258"/>
            <ac:spMk id="74" creationId="{13449047-5AD4-DA6A-FEA9-8BF6FC70C0AB}"/>
          </ac:spMkLst>
        </pc:spChg>
        <pc:spChg chg="add mod">
          <ac:chgData name="Hou, Bowen" userId="cbd36780-c17d-4782-a6cd-6dd8a1dcdc2c" providerId="ADAL" clId="{A769DFB0-DDBA-4BBA-A9E9-53B3513C4E3E}" dt="2025-02-26T02:54:33.810" v="2818" actId="1076"/>
          <ac:spMkLst>
            <pc:docMk/>
            <pc:sldMk cId="3169227195" sldId="258"/>
            <ac:spMk id="76" creationId="{A6966AE9-7AB7-650E-325A-9F53B1654C24}"/>
          </ac:spMkLst>
        </pc:spChg>
        <pc:spChg chg="add mod">
          <ac:chgData name="Hou, Bowen" userId="cbd36780-c17d-4782-a6cd-6dd8a1dcdc2c" providerId="ADAL" clId="{A769DFB0-DDBA-4BBA-A9E9-53B3513C4E3E}" dt="2025-02-26T02:57:49.044" v="2853" actId="1076"/>
          <ac:spMkLst>
            <pc:docMk/>
            <pc:sldMk cId="3169227195" sldId="258"/>
            <ac:spMk id="78" creationId="{41786631-8E50-8316-5C26-264E3A08C233}"/>
          </ac:spMkLst>
        </pc:spChg>
        <pc:spChg chg="mod">
          <ac:chgData name="Hou, Bowen" userId="cbd36780-c17d-4782-a6cd-6dd8a1dcdc2c" providerId="ADAL" clId="{A769DFB0-DDBA-4BBA-A9E9-53B3513C4E3E}" dt="2025-02-26T02:18:58.826" v="1792" actId="165"/>
          <ac:spMkLst>
            <pc:docMk/>
            <pc:sldMk cId="3169227195" sldId="258"/>
            <ac:spMk id="79" creationId="{862BF77E-E3A4-6F55-72B7-F1FFF343BE77}"/>
          </ac:spMkLst>
        </pc:spChg>
        <pc:spChg chg="mod">
          <ac:chgData name="Hou, Bowen" userId="cbd36780-c17d-4782-a6cd-6dd8a1dcdc2c" providerId="ADAL" clId="{A769DFB0-DDBA-4BBA-A9E9-53B3513C4E3E}" dt="2025-02-26T02:18:58.826" v="1792" actId="165"/>
          <ac:spMkLst>
            <pc:docMk/>
            <pc:sldMk cId="3169227195" sldId="258"/>
            <ac:spMk id="81" creationId="{0303B653-16BE-37BF-1A76-BD10715957F5}"/>
          </ac:spMkLst>
        </pc:spChg>
        <pc:spChg chg="mod">
          <ac:chgData name="Hou, Bowen" userId="cbd36780-c17d-4782-a6cd-6dd8a1dcdc2c" providerId="ADAL" clId="{A769DFB0-DDBA-4BBA-A9E9-53B3513C4E3E}" dt="2025-02-26T02:18:58.826" v="1792" actId="165"/>
          <ac:spMkLst>
            <pc:docMk/>
            <pc:sldMk cId="3169227195" sldId="258"/>
            <ac:spMk id="82" creationId="{6943FAEF-9C5A-FD94-1469-BC8698B6490E}"/>
          </ac:spMkLst>
        </pc:spChg>
        <pc:spChg chg="mod topLvl">
          <ac:chgData name="Hou, Bowen" userId="cbd36780-c17d-4782-a6cd-6dd8a1dcdc2c" providerId="ADAL" clId="{A769DFB0-DDBA-4BBA-A9E9-53B3513C4E3E}" dt="2025-02-26T02:19:38.210" v="1802" actId="1076"/>
          <ac:spMkLst>
            <pc:docMk/>
            <pc:sldMk cId="3169227195" sldId="258"/>
            <ac:spMk id="83" creationId="{7D431DA5-A1FE-3541-B6C6-4D9D3D68C0FA}"/>
          </ac:spMkLst>
        </pc:spChg>
        <pc:spChg chg="mod topLvl">
          <ac:chgData name="Hou, Bowen" userId="cbd36780-c17d-4782-a6cd-6dd8a1dcdc2c" providerId="ADAL" clId="{A769DFB0-DDBA-4BBA-A9E9-53B3513C4E3E}" dt="2025-02-26T02:18:58.826" v="1792" actId="165"/>
          <ac:spMkLst>
            <pc:docMk/>
            <pc:sldMk cId="3169227195" sldId="258"/>
            <ac:spMk id="84" creationId="{660923C6-0219-D843-2DE2-742F6A744BC8}"/>
          </ac:spMkLst>
        </pc:spChg>
        <pc:spChg chg="del mod">
          <ac:chgData name="Hou, Bowen" userId="cbd36780-c17d-4782-a6cd-6dd8a1dcdc2c" providerId="ADAL" clId="{A769DFB0-DDBA-4BBA-A9E9-53B3513C4E3E}" dt="2025-02-26T02:11:28.314" v="1651" actId="478"/>
          <ac:spMkLst>
            <pc:docMk/>
            <pc:sldMk cId="3169227195" sldId="258"/>
            <ac:spMk id="86" creationId="{E507E9F2-ACDC-73BE-A51B-81BDD52657E9}"/>
          </ac:spMkLst>
        </pc:spChg>
        <pc:spChg chg="mod">
          <ac:chgData name="Hou, Bowen" userId="cbd36780-c17d-4782-a6cd-6dd8a1dcdc2c" providerId="ADAL" clId="{A769DFB0-DDBA-4BBA-A9E9-53B3513C4E3E}" dt="2025-02-26T02:18:58.826" v="1792" actId="165"/>
          <ac:spMkLst>
            <pc:docMk/>
            <pc:sldMk cId="3169227195" sldId="258"/>
            <ac:spMk id="99" creationId="{E8E382E8-2A55-3C73-DF01-11CBE3AEEE94}"/>
          </ac:spMkLst>
        </pc:spChg>
        <pc:spChg chg="mod">
          <ac:chgData name="Hou, Bowen" userId="cbd36780-c17d-4782-a6cd-6dd8a1dcdc2c" providerId="ADAL" clId="{A769DFB0-DDBA-4BBA-A9E9-53B3513C4E3E}" dt="2025-02-26T02:18:58.826" v="1792" actId="165"/>
          <ac:spMkLst>
            <pc:docMk/>
            <pc:sldMk cId="3169227195" sldId="258"/>
            <ac:spMk id="100" creationId="{11EC783F-5C1D-517E-D2F5-2A48F137F192}"/>
          </ac:spMkLst>
        </pc:spChg>
        <pc:spChg chg="mod">
          <ac:chgData name="Hou, Bowen" userId="cbd36780-c17d-4782-a6cd-6dd8a1dcdc2c" providerId="ADAL" clId="{A769DFB0-DDBA-4BBA-A9E9-53B3513C4E3E}" dt="2025-02-26T02:18:58.826" v="1792" actId="165"/>
          <ac:spMkLst>
            <pc:docMk/>
            <pc:sldMk cId="3169227195" sldId="258"/>
            <ac:spMk id="112" creationId="{9F6DC92C-F756-993C-0DE0-A04053B538E0}"/>
          </ac:spMkLst>
        </pc:spChg>
        <pc:spChg chg="mod">
          <ac:chgData name="Hou, Bowen" userId="cbd36780-c17d-4782-a6cd-6dd8a1dcdc2c" providerId="ADAL" clId="{A769DFB0-DDBA-4BBA-A9E9-53B3513C4E3E}" dt="2025-02-26T02:18:58.826" v="1792" actId="165"/>
          <ac:spMkLst>
            <pc:docMk/>
            <pc:sldMk cId="3169227195" sldId="258"/>
            <ac:spMk id="117" creationId="{DCF66AFB-EEE1-5899-CFDF-A89F7011ADB2}"/>
          </ac:spMkLst>
        </pc:spChg>
        <pc:spChg chg="mod">
          <ac:chgData name="Hou, Bowen" userId="cbd36780-c17d-4782-a6cd-6dd8a1dcdc2c" providerId="ADAL" clId="{A769DFB0-DDBA-4BBA-A9E9-53B3513C4E3E}" dt="2025-02-26T02:19:06.430" v="1794" actId="1076"/>
          <ac:spMkLst>
            <pc:docMk/>
            <pc:sldMk cId="3169227195" sldId="258"/>
            <ac:spMk id="124" creationId="{F00C1FF9-88D4-FB0C-FFF0-752398FCDEA4}"/>
          </ac:spMkLst>
        </pc:spChg>
        <pc:spChg chg="mod">
          <ac:chgData name="Hou, Bowen" userId="cbd36780-c17d-4782-a6cd-6dd8a1dcdc2c" providerId="ADAL" clId="{A769DFB0-DDBA-4BBA-A9E9-53B3513C4E3E}" dt="2025-02-26T02:35:52.374" v="2521"/>
          <ac:spMkLst>
            <pc:docMk/>
            <pc:sldMk cId="3169227195" sldId="258"/>
            <ac:spMk id="448" creationId="{6773B82F-7EFE-B7D5-6270-D1BEFD05DAD3}"/>
          </ac:spMkLst>
        </pc:spChg>
        <pc:spChg chg="mod">
          <ac:chgData name="Hou, Bowen" userId="cbd36780-c17d-4782-a6cd-6dd8a1dcdc2c" providerId="ADAL" clId="{A769DFB0-DDBA-4BBA-A9E9-53B3513C4E3E}" dt="2025-02-26T02:35:52.374" v="2521"/>
          <ac:spMkLst>
            <pc:docMk/>
            <pc:sldMk cId="3169227195" sldId="258"/>
            <ac:spMk id="450" creationId="{3B324B81-3F0D-6203-0CF3-D7AE2BB7C843}"/>
          </ac:spMkLst>
        </pc:spChg>
        <pc:spChg chg="del mod">
          <ac:chgData name="Hou, Bowen" userId="cbd36780-c17d-4782-a6cd-6dd8a1dcdc2c" providerId="ADAL" clId="{A769DFB0-DDBA-4BBA-A9E9-53B3513C4E3E}" dt="2025-02-26T02:50:49.791" v="2729" actId="478"/>
          <ac:spMkLst>
            <pc:docMk/>
            <pc:sldMk cId="3169227195" sldId="258"/>
            <ac:spMk id="451" creationId="{FCD52A93-F222-36CB-8335-9C5C594C368C}"/>
          </ac:spMkLst>
        </pc:spChg>
        <pc:spChg chg="mod">
          <ac:chgData name="Hou, Bowen" userId="cbd36780-c17d-4782-a6cd-6dd8a1dcdc2c" providerId="ADAL" clId="{A769DFB0-DDBA-4BBA-A9E9-53B3513C4E3E}" dt="2025-02-26T02:54:11.127" v="2808" actId="1076"/>
          <ac:spMkLst>
            <pc:docMk/>
            <pc:sldMk cId="3169227195" sldId="258"/>
            <ac:spMk id="457" creationId="{A0736324-BAAE-5E7C-6EF7-9651A504355C}"/>
          </ac:spMkLst>
        </pc:spChg>
        <pc:spChg chg="add del mod">
          <ac:chgData name="Hou, Bowen" userId="cbd36780-c17d-4782-a6cd-6dd8a1dcdc2c" providerId="ADAL" clId="{A769DFB0-DDBA-4BBA-A9E9-53B3513C4E3E}" dt="2025-02-26T02:50:49.791" v="2729" actId="478"/>
          <ac:spMkLst>
            <pc:docMk/>
            <pc:sldMk cId="3169227195" sldId="258"/>
            <ac:spMk id="458" creationId="{FB419CE6-40C0-F460-2564-1F7B51D91292}"/>
          </ac:spMkLst>
        </pc:spChg>
        <pc:spChg chg="mod">
          <ac:chgData name="Hou, Bowen" userId="cbd36780-c17d-4782-a6cd-6dd8a1dcdc2c" providerId="ADAL" clId="{A769DFB0-DDBA-4BBA-A9E9-53B3513C4E3E}" dt="2025-02-26T02:35:52.374" v="2521"/>
          <ac:spMkLst>
            <pc:docMk/>
            <pc:sldMk cId="3169227195" sldId="258"/>
            <ac:spMk id="463" creationId="{1C04C423-B249-5C58-E5E9-D9E69A624762}"/>
          </ac:spMkLst>
        </pc:spChg>
        <pc:spChg chg="del">
          <ac:chgData name="Hou, Bowen" userId="cbd36780-c17d-4782-a6cd-6dd8a1dcdc2c" providerId="ADAL" clId="{A769DFB0-DDBA-4BBA-A9E9-53B3513C4E3E}" dt="2025-02-26T02:51:36.802" v="2744" actId="478"/>
          <ac:spMkLst>
            <pc:docMk/>
            <pc:sldMk cId="3169227195" sldId="258"/>
            <ac:spMk id="470" creationId="{681A6B04-FEB3-6F30-A3AC-4A1C487DB839}"/>
          </ac:spMkLst>
        </pc:spChg>
        <pc:spChg chg="mod">
          <ac:chgData name="Hou, Bowen" userId="cbd36780-c17d-4782-a6cd-6dd8a1dcdc2c" providerId="ADAL" clId="{A769DFB0-DDBA-4BBA-A9E9-53B3513C4E3E}" dt="2025-02-26T02:35:52.374" v="2521"/>
          <ac:spMkLst>
            <pc:docMk/>
            <pc:sldMk cId="3169227195" sldId="258"/>
            <ac:spMk id="479" creationId="{C58B734E-624F-546A-0E79-C9A1D27DDF69}"/>
          </ac:spMkLst>
        </pc:spChg>
        <pc:spChg chg="mod">
          <ac:chgData name="Hou, Bowen" userId="cbd36780-c17d-4782-a6cd-6dd8a1dcdc2c" providerId="ADAL" clId="{A769DFB0-DDBA-4BBA-A9E9-53B3513C4E3E}" dt="2025-02-26T02:35:52.374" v="2521"/>
          <ac:spMkLst>
            <pc:docMk/>
            <pc:sldMk cId="3169227195" sldId="258"/>
            <ac:spMk id="480" creationId="{59B51E72-0AD8-A7C3-013E-6FE80F389271}"/>
          </ac:spMkLst>
        </pc:spChg>
        <pc:spChg chg="mod">
          <ac:chgData name="Hou, Bowen" userId="cbd36780-c17d-4782-a6cd-6dd8a1dcdc2c" providerId="ADAL" clId="{A769DFB0-DDBA-4BBA-A9E9-53B3513C4E3E}" dt="2025-02-26T02:15:51.052" v="1733" actId="165"/>
          <ac:spMkLst>
            <pc:docMk/>
            <pc:sldMk cId="3169227195" sldId="258"/>
            <ac:spMk id="482" creationId="{24458D8A-B702-6F1F-260B-3A7A84F9E4C8}"/>
          </ac:spMkLst>
        </pc:spChg>
        <pc:spChg chg="mod">
          <ac:chgData name="Hou, Bowen" userId="cbd36780-c17d-4782-a6cd-6dd8a1dcdc2c" providerId="ADAL" clId="{A769DFB0-DDBA-4BBA-A9E9-53B3513C4E3E}" dt="2025-02-26T02:15:51.052" v="1733" actId="165"/>
          <ac:spMkLst>
            <pc:docMk/>
            <pc:sldMk cId="3169227195" sldId="258"/>
            <ac:spMk id="483" creationId="{CEC7C0D0-39BA-D267-57E3-BE69883DF8B5}"/>
          </ac:spMkLst>
        </pc:spChg>
        <pc:spChg chg="mod">
          <ac:chgData name="Hou, Bowen" userId="cbd36780-c17d-4782-a6cd-6dd8a1dcdc2c" providerId="ADAL" clId="{A769DFB0-DDBA-4BBA-A9E9-53B3513C4E3E}" dt="2025-02-26T02:45:57.285" v="2653" actId="1076"/>
          <ac:spMkLst>
            <pc:docMk/>
            <pc:sldMk cId="3169227195" sldId="258"/>
            <ac:spMk id="486" creationId="{AA5B85DB-50DD-74B0-AFD3-AAF1A5FA4758}"/>
          </ac:spMkLst>
        </pc:spChg>
        <pc:spChg chg="mod">
          <ac:chgData name="Hou, Bowen" userId="cbd36780-c17d-4782-a6cd-6dd8a1dcdc2c" providerId="ADAL" clId="{A769DFB0-DDBA-4BBA-A9E9-53B3513C4E3E}" dt="2025-02-26T02:35:55.780" v="2522" actId="1076"/>
          <ac:spMkLst>
            <pc:docMk/>
            <pc:sldMk cId="3169227195" sldId="258"/>
            <ac:spMk id="489" creationId="{30599AAB-717E-8253-0E80-8AB1612C3CC3}"/>
          </ac:spMkLst>
        </pc:spChg>
        <pc:spChg chg="mod">
          <ac:chgData name="Hou, Bowen" userId="cbd36780-c17d-4782-a6cd-6dd8a1dcdc2c" providerId="ADAL" clId="{A769DFB0-DDBA-4BBA-A9E9-53B3513C4E3E}" dt="2025-02-26T02:15:51.052" v="1733" actId="165"/>
          <ac:spMkLst>
            <pc:docMk/>
            <pc:sldMk cId="3169227195" sldId="258"/>
            <ac:spMk id="492" creationId="{422EDB06-5398-4A79-46F2-0FF3C8FAD3D7}"/>
          </ac:spMkLst>
        </pc:spChg>
        <pc:spChg chg="mod topLvl">
          <ac:chgData name="Hou, Bowen" userId="cbd36780-c17d-4782-a6cd-6dd8a1dcdc2c" providerId="ADAL" clId="{A769DFB0-DDBA-4BBA-A9E9-53B3513C4E3E}" dt="2025-02-26T02:46:14.633" v="2656" actId="1076"/>
          <ac:spMkLst>
            <pc:docMk/>
            <pc:sldMk cId="3169227195" sldId="258"/>
            <ac:spMk id="493" creationId="{DA1666FE-4F84-A869-B950-46829624AAC5}"/>
          </ac:spMkLst>
        </pc:spChg>
        <pc:spChg chg="mod topLvl">
          <ac:chgData name="Hou, Bowen" userId="cbd36780-c17d-4782-a6cd-6dd8a1dcdc2c" providerId="ADAL" clId="{A769DFB0-DDBA-4BBA-A9E9-53B3513C4E3E}" dt="2025-02-26T02:46:03.516" v="2654" actId="1076"/>
          <ac:spMkLst>
            <pc:docMk/>
            <pc:sldMk cId="3169227195" sldId="258"/>
            <ac:spMk id="494" creationId="{BA6ECD76-1FEF-5029-2979-8B5376B088C2}"/>
          </ac:spMkLst>
        </pc:spChg>
        <pc:spChg chg="del mod">
          <ac:chgData name="Hou, Bowen" userId="cbd36780-c17d-4782-a6cd-6dd8a1dcdc2c" providerId="ADAL" clId="{A769DFB0-DDBA-4BBA-A9E9-53B3513C4E3E}" dt="2025-02-26T02:15:23.960" v="1726" actId="478"/>
          <ac:spMkLst>
            <pc:docMk/>
            <pc:sldMk cId="3169227195" sldId="258"/>
            <ac:spMk id="495" creationId="{23F934A7-EFF2-86C0-D99E-66B10007AFB6}"/>
          </ac:spMkLst>
        </pc:spChg>
        <pc:spChg chg="add mod">
          <ac:chgData name="Hou, Bowen" userId="cbd36780-c17d-4782-a6cd-6dd8a1dcdc2c" providerId="ADAL" clId="{A769DFB0-DDBA-4BBA-A9E9-53B3513C4E3E}" dt="2025-02-26T02:45:26.169" v="2644" actId="1076"/>
          <ac:spMkLst>
            <pc:docMk/>
            <pc:sldMk cId="3169227195" sldId="258"/>
            <ac:spMk id="497" creationId="{7BEFD6E0-6CB4-B074-CFB4-03E56AFD9283}"/>
          </ac:spMkLst>
        </pc:spChg>
        <pc:spChg chg="del mod">
          <ac:chgData name="Hou, Bowen" userId="cbd36780-c17d-4782-a6cd-6dd8a1dcdc2c" providerId="ADAL" clId="{A769DFB0-DDBA-4BBA-A9E9-53B3513C4E3E}" dt="2025-02-26T02:53:21.007" v="2778" actId="478"/>
          <ac:spMkLst>
            <pc:docMk/>
            <pc:sldMk cId="3169227195" sldId="258"/>
            <ac:spMk id="499" creationId="{90627618-B5D6-5FFF-5A78-A8285925B664}"/>
          </ac:spMkLst>
        </pc:spChg>
        <pc:spChg chg="add mod">
          <ac:chgData name="Hou, Bowen" userId="cbd36780-c17d-4782-a6cd-6dd8a1dcdc2c" providerId="ADAL" clId="{A769DFB0-DDBA-4BBA-A9E9-53B3513C4E3E}" dt="2025-02-26T02:57:55.313" v="2854" actId="1076"/>
          <ac:spMkLst>
            <pc:docMk/>
            <pc:sldMk cId="3169227195" sldId="258"/>
            <ac:spMk id="500" creationId="{641B8852-ABEF-0236-7E84-F722616EC93D}"/>
          </ac:spMkLst>
        </pc:spChg>
        <pc:spChg chg="mod">
          <ac:chgData name="Hou, Bowen" userId="cbd36780-c17d-4782-a6cd-6dd8a1dcdc2c" providerId="ADAL" clId="{A769DFB0-DDBA-4BBA-A9E9-53B3513C4E3E}" dt="2025-02-26T02:38:11.084" v="2550" actId="20577"/>
          <ac:spMkLst>
            <pc:docMk/>
            <pc:sldMk cId="3169227195" sldId="258"/>
            <ac:spMk id="501" creationId="{6492E6D0-4428-2915-E547-2920A1F00DFB}"/>
          </ac:spMkLst>
        </pc:spChg>
        <pc:spChg chg="mod">
          <ac:chgData name="Hou, Bowen" userId="cbd36780-c17d-4782-a6cd-6dd8a1dcdc2c" providerId="ADAL" clId="{A769DFB0-DDBA-4BBA-A9E9-53B3513C4E3E}" dt="2025-02-26T02:57:55.313" v="2854" actId="1076"/>
          <ac:spMkLst>
            <pc:docMk/>
            <pc:sldMk cId="3169227195" sldId="258"/>
            <ac:spMk id="504" creationId="{01EA5C54-D87C-BC43-804C-DB23FFB4CF1F}"/>
          </ac:spMkLst>
        </pc:spChg>
        <pc:spChg chg="del mod">
          <ac:chgData name="Hou, Bowen" userId="cbd36780-c17d-4782-a6cd-6dd8a1dcdc2c" providerId="ADAL" clId="{A769DFB0-DDBA-4BBA-A9E9-53B3513C4E3E}" dt="2025-02-26T02:15:16.551" v="1724" actId="478"/>
          <ac:spMkLst>
            <pc:docMk/>
            <pc:sldMk cId="3169227195" sldId="258"/>
            <ac:spMk id="508" creationId="{669C178F-81E2-82ED-C1B6-20C1BB25981A}"/>
          </ac:spMkLst>
        </pc:spChg>
        <pc:spChg chg="mod">
          <ac:chgData name="Hou, Bowen" userId="cbd36780-c17d-4782-a6cd-6dd8a1dcdc2c" providerId="ADAL" clId="{A769DFB0-DDBA-4BBA-A9E9-53B3513C4E3E}" dt="2025-02-26T02:51:12.820" v="2736" actId="207"/>
          <ac:spMkLst>
            <pc:docMk/>
            <pc:sldMk cId="3169227195" sldId="258"/>
            <ac:spMk id="509" creationId="{044730C0-185A-1BAB-E88D-E3B5C48D1960}"/>
          </ac:spMkLst>
        </pc:spChg>
        <pc:spChg chg="mod">
          <ac:chgData name="Hou, Bowen" userId="cbd36780-c17d-4782-a6cd-6dd8a1dcdc2c" providerId="ADAL" clId="{A769DFB0-DDBA-4BBA-A9E9-53B3513C4E3E}" dt="2025-02-26T02:51:12.820" v="2736" actId="207"/>
          <ac:spMkLst>
            <pc:docMk/>
            <pc:sldMk cId="3169227195" sldId="258"/>
            <ac:spMk id="510" creationId="{45ACCEB4-1147-92BE-5258-FE99D70ECA94}"/>
          </ac:spMkLst>
        </pc:spChg>
        <pc:spChg chg="mod">
          <ac:chgData name="Hou, Bowen" userId="cbd36780-c17d-4782-a6cd-6dd8a1dcdc2c" providerId="ADAL" clId="{A769DFB0-DDBA-4BBA-A9E9-53B3513C4E3E}" dt="2025-02-26T02:51:12.820" v="2736" actId="207"/>
          <ac:spMkLst>
            <pc:docMk/>
            <pc:sldMk cId="3169227195" sldId="258"/>
            <ac:spMk id="511" creationId="{78B060E7-AFF4-3975-2F1E-6778F0624A98}"/>
          </ac:spMkLst>
        </pc:spChg>
        <pc:grpChg chg="add mod">
          <ac:chgData name="Hou, Bowen" userId="cbd36780-c17d-4782-a6cd-6dd8a1dcdc2c" providerId="ADAL" clId="{A769DFB0-DDBA-4BBA-A9E9-53B3513C4E3E}" dt="2025-02-26T02:49:22.890" v="2723" actId="1076"/>
          <ac:grpSpMkLst>
            <pc:docMk/>
            <pc:sldMk cId="3169227195" sldId="258"/>
            <ac:grpSpMk id="10" creationId="{BC0E97EB-AEB3-DF3E-0165-083AF53BDC67}"/>
          </ac:grpSpMkLst>
        </pc:grpChg>
        <pc:grpChg chg="mod">
          <ac:chgData name="Hou, Bowen" userId="cbd36780-c17d-4782-a6cd-6dd8a1dcdc2c" providerId="ADAL" clId="{A769DFB0-DDBA-4BBA-A9E9-53B3513C4E3E}" dt="2025-02-26T02:26:31.541" v="1916" actId="57"/>
          <ac:grpSpMkLst>
            <pc:docMk/>
            <pc:sldMk cId="3169227195" sldId="258"/>
            <ac:grpSpMk id="14" creationId="{E97F3411-43C5-8AFC-9D52-0493CABD2E73}"/>
          </ac:grpSpMkLst>
        </pc:grpChg>
        <pc:grpChg chg="add mod">
          <ac:chgData name="Hou, Bowen" userId="cbd36780-c17d-4782-a6cd-6dd8a1dcdc2c" providerId="ADAL" clId="{A769DFB0-DDBA-4BBA-A9E9-53B3513C4E3E}" dt="2025-02-26T02:45:37.551" v="2646" actId="1076"/>
          <ac:grpSpMkLst>
            <pc:docMk/>
            <pc:sldMk cId="3169227195" sldId="258"/>
            <ac:grpSpMk id="22" creationId="{79AEE2A7-B5AD-DB51-8DB8-A9F03B72A8E1}"/>
          </ac:grpSpMkLst>
        </pc:grpChg>
        <pc:grpChg chg="add mod">
          <ac:chgData name="Hou, Bowen" userId="cbd36780-c17d-4782-a6cd-6dd8a1dcdc2c" providerId="ADAL" clId="{A769DFB0-DDBA-4BBA-A9E9-53B3513C4E3E}" dt="2025-02-26T02:17:14.227" v="1756" actId="1076"/>
          <ac:grpSpMkLst>
            <pc:docMk/>
            <pc:sldMk cId="3169227195" sldId="258"/>
            <ac:grpSpMk id="23" creationId="{1D1ED68E-4274-BAFD-607C-F7683BC902C7}"/>
          </ac:grpSpMkLst>
        </pc:grpChg>
        <pc:grpChg chg="add mod">
          <ac:chgData name="Hou, Bowen" userId="cbd36780-c17d-4782-a6cd-6dd8a1dcdc2c" providerId="ADAL" clId="{A769DFB0-DDBA-4BBA-A9E9-53B3513C4E3E}" dt="2025-02-26T02:18:10.842" v="1779" actId="164"/>
          <ac:grpSpMkLst>
            <pc:docMk/>
            <pc:sldMk cId="3169227195" sldId="258"/>
            <ac:grpSpMk id="29" creationId="{44226068-DFDE-6835-1612-E647230D206F}"/>
          </ac:grpSpMkLst>
        </pc:grpChg>
        <pc:grpChg chg="del mod">
          <ac:chgData name="Hou, Bowen" userId="cbd36780-c17d-4782-a6cd-6dd8a1dcdc2c" providerId="ADAL" clId="{A769DFB0-DDBA-4BBA-A9E9-53B3513C4E3E}" dt="2025-02-26T02:53:19.213" v="2777" actId="478"/>
          <ac:grpSpMkLst>
            <pc:docMk/>
            <pc:sldMk cId="3169227195" sldId="258"/>
            <ac:grpSpMk id="47" creationId="{CDDA177D-E6AC-88B6-9E9C-DAC663CC349B}"/>
          </ac:grpSpMkLst>
        </pc:grpChg>
        <pc:grpChg chg="mod">
          <ac:chgData name="Hou, Bowen" userId="cbd36780-c17d-4782-a6cd-6dd8a1dcdc2c" providerId="ADAL" clId="{A769DFB0-DDBA-4BBA-A9E9-53B3513C4E3E}" dt="2025-02-26T02:41:45.152" v="2611" actId="20577"/>
          <ac:grpSpMkLst>
            <pc:docMk/>
            <pc:sldMk cId="3169227195" sldId="258"/>
            <ac:grpSpMk id="48" creationId="{5A791D11-6008-F218-FEC7-8ACC6356725D}"/>
          </ac:grpSpMkLst>
        </pc:grpChg>
        <pc:grpChg chg="del mod">
          <ac:chgData name="Hou, Bowen" userId="cbd36780-c17d-4782-a6cd-6dd8a1dcdc2c" providerId="ADAL" clId="{A769DFB0-DDBA-4BBA-A9E9-53B3513C4E3E}" dt="2025-02-26T02:42:53.955" v="2617" actId="165"/>
          <ac:grpSpMkLst>
            <pc:docMk/>
            <pc:sldMk cId="3169227195" sldId="258"/>
            <ac:grpSpMk id="53" creationId="{844A199C-18C9-ABCF-FEE1-F642B35D0821}"/>
          </ac:grpSpMkLst>
        </pc:grpChg>
        <pc:grpChg chg="mod topLvl">
          <ac:chgData name="Hou, Bowen" userId="cbd36780-c17d-4782-a6cd-6dd8a1dcdc2c" providerId="ADAL" clId="{A769DFB0-DDBA-4BBA-A9E9-53B3513C4E3E}" dt="2025-02-26T02:45:26.169" v="2644" actId="1076"/>
          <ac:grpSpMkLst>
            <pc:docMk/>
            <pc:sldMk cId="3169227195" sldId="258"/>
            <ac:grpSpMk id="54" creationId="{5361743B-CEED-A47C-286E-8EA50EAD251F}"/>
          </ac:grpSpMkLst>
        </pc:grpChg>
        <pc:grpChg chg="del mod">
          <ac:chgData name="Hou, Bowen" userId="cbd36780-c17d-4782-a6cd-6dd8a1dcdc2c" providerId="ADAL" clId="{A769DFB0-DDBA-4BBA-A9E9-53B3513C4E3E}" dt="2025-02-26T02:53:19.213" v="2777" actId="478"/>
          <ac:grpSpMkLst>
            <pc:docMk/>
            <pc:sldMk cId="3169227195" sldId="258"/>
            <ac:grpSpMk id="62" creationId="{F2E5DCC1-0606-DB6D-F0AF-4EE0FC840734}"/>
          </ac:grpSpMkLst>
        </pc:grpChg>
        <pc:grpChg chg="mod">
          <ac:chgData name="Hou, Bowen" userId="cbd36780-c17d-4782-a6cd-6dd8a1dcdc2c" providerId="ADAL" clId="{A769DFB0-DDBA-4BBA-A9E9-53B3513C4E3E}" dt="2025-02-26T02:19:36.038" v="1801" actId="1076"/>
          <ac:grpSpMkLst>
            <pc:docMk/>
            <pc:sldMk cId="3169227195" sldId="258"/>
            <ac:grpSpMk id="64" creationId="{FA1B3329-E98E-D9A0-122A-6A08E7EC1A55}"/>
          </ac:grpSpMkLst>
        </pc:grpChg>
        <pc:grpChg chg="add mod">
          <ac:chgData name="Hou, Bowen" userId="cbd36780-c17d-4782-a6cd-6dd8a1dcdc2c" providerId="ADAL" clId="{A769DFB0-DDBA-4BBA-A9E9-53B3513C4E3E}" dt="2025-02-26T02:54:01.296" v="2806" actId="14100"/>
          <ac:grpSpMkLst>
            <pc:docMk/>
            <pc:sldMk cId="3169227195" sldId="258"/>
            <ac:grpSpMk id="70" creationId="{A9918B30-2787-B652-F5E9-40784A8EA8D7}"/>
          </ac:grpSpMkLst>
        </pc:grpChg>
        <pc:grpChg chg="mod topLvl">
          <ac:chgData name="Hou, Bowen" userId="cbd36780-c17d-4782-a6cd-6dd8a1dcdc2c" providerId="ADAL" clId="{A769DFB0-DDBA-4BBA-A9E9-53B3513C4E3E}" dt="2025-02-26T02:19:48.854" v="1805" actId="1076"/>
          <ac:grpSpMkLst>
            <pc:docMk/>
            <pc:sldMk cId="3169227195" sldId="258"/>
            <ac:grpSpMk id="75" creationId="{1842772C-9952-3625-D8BA-6F98E5D163AC}"/>
          </ac:grpSpMkLst>
        </pc:grpChg>
        <pc:grpChg chg="mod">
          <ac:chgData name="Hou, Bowen" userId="cbd36780-c17d-4782-a6cd-6dd8a1dcdc2c" providerId="ADAL" clId="{A769DFB0-DDBA-4BBA-A9E9-53B3513C4E3E}" dt="2025-02-26T02:10:59.520" v="1641" actId="1076"/>
          <ac:grpSpMkLst>
            <pc:docMk/>
            <pc:sldMk cId="3169227195" sldId="258"/>
            <ac:grpSpMk id="85" creationId="{2B77C1B0-F5CA-2D47-DC24-B0B02CB5833E}"/>
          </ac:grpSpMkLst>
        </pc:grpChg>
        <pc:grpChg chg="mod">
          <ac:chgData name="Hou, Bowen" userId="cbd36780-c17d-4782-a6cd-6dd8a1dcdc2c" providerId="ADAL" clId="{A769DFB0-DDBA-4BBA-A9E9-53B3513C4E3E}" dt="2025-02-26T02:34:59.908" v="2511" actId="1076"/>
          <ac:grpSpMkLst>
            <pc:docMk/>
            <pc:sldMk cId="3169227195" sldId="258"/>
            <ac:grpSpMk id="118" creationId="{A28C57C4-760C-DCDA-0FDD-BE29BFC2C970}"/>
          </ac:grpSpMkLst>
        </pc:grpChg>
        <pc:grpChg chg="mod">
          <ac:chgData name="Hou, Bowen" userId="cbd36780-c17d-4782-a6cd-6dd8a1dcdc2c" providerId="ADAL" clId="{A769DFB0-DDBA-4BBA-A9E9-53B3513C4E3E}" dt="2025-02-26T02:11:42.713" v="1658" actId="1076"/>
          <ac:grpSpMkLst>
            <pc:docMk/>
            <pc:sldMk cId="3169227195" sldId="258"/>
            <ac:grpSpMk id="122" creationId="{EABA09EA-45E7-FF1A-B5CC-3E65B3545232}"/>
          </ac:grpSpMkLst>
        </pc:grpChg>
        <pc:grpChg chg="mod">
          <ac:chgData name="Hou, Bowen" userId="cbd36780-c17d-4782-a6cd-6dd8a1dcdc2c" providerId="ADAL" clId="{A769DFB0-DDBA-4BBA-A9E9-53B3513C4E3E}" dt="2025-02-26T01:46:11.796" v="1288" actId="1076"/>
          <ac:grpSpMkLst>
            <pc:docMk/>
            <pc:sldMk cId="3169227195" sldId="258"/>
            <ac:grpSpMk id="129" creationId="{4B6B2034-386F-36CC-6DAC-55FEBB33A37A}"/>
          </ac:grpSpMkLst>
        </pc:grpChg>
        <pc:grpChg chg="del">
          <ac:chgData name="Hou, Bowen" userId="cbd36780-c17d-4782-a6cd-6dd8a1dcdc2c" providerId="ADAL" clId="{A769DFB0-DDBA-4BBA-A9E9-53B3513C4E3E}" dt="2025-02-26T02:50:49.791" v="2729" actId="478"/>
          <ac:grpSpMkLst>
            <pc:docMk/>
            <pc:sldMk cId="3169227195" sldId="258"/>
            <ac:grpSpMk id="452" creationId="{78F79F85-16EF-D03F-B7D3-08E73AAFBC02}"/>
          </ac:grpSpMkLst>
        </pc:grpChg>
        <pc:grpChg chg="del">
          <ac:chgData name="Hou, Bowen" userId="cbd36780-c17d-4782-a6cd-6dd8a1dcdc2c" providerId="ADAL" clId="{A769DFB0-DDBA-4BBA-A9E9-53B3513C4E3E}" dt="2025-02-26T02:51:36.132" v="2743" actId="478"/>
          <ac:grpSpMkLst>
            <pc:docMk/>
            <pc:sldMk cId="3169227195" sldId="258"/>
            <ac:grpSpMk id="459" creationId="{AFCCFE50-7C05-930E-7EF1-22024500948B}"/>
          </ac:grpSpMkLst>
        </pc:grpChg>
        <pc:grpChg chg="del">
          <ac:chgData name="Hou, Bowen" userId="cbd36780-c17d-4782-a6cd-6dd8a1dcdc2c" providerId="ADAL" clId="{A769DFB0-DDBA-4BBA-A9E9-53B3513C4E3E}" dt="2025-02-26T02:51:45.349" v="2748" actId="478"/>
          <ac:grpSpMkLst>
            <pc:docMk/>
            <pc:sldMk cId="3169227195" sldId="258"/>
            <ac:grpSpMk id="472" creationId="{32C4304A-97BC-DD01-51A7-C43BD572544C}"/>
          </ac:grpSpMkLst>
        </pc:grpChg>
        <pc:grpChg chg="mod topLvl">
          <ac:chgData name="Hou, Bowen" userId="cbd36780-c17d-4782-a6cd-6dd8a1dcdc2c" providerId="ADAL" clId="{A769DFB0-DDBA-4BBA-A9E9-53B3513C4E3E}" dt="2025-02-26T02:15:57.271" v="1734" actId="164"/>
          <ac:grpSpMkLst>
            <pc:docMk/>
            <pc:sldMk cId="3169227195" sldId="258"/>
            <ac:grpSpMk id="484" creationId="{12AE39A6-707E-3158-92C5-0BB04813F6B4}"/>
          </ac:grpSpMkLst>
        </pc:grpChg>
        <pc:grpChg chg="mod topLvl">
          <ac:chgData name="Hou, Bowen" userId="cbd36780-c17d-4782-a6cd-6dd8a1dcdc2c" providerId="ADAL" clId="{A769DFB0-DDBA-4BBA-A9E9-53B3513C4E3E}" dt="2025-02-26T02:16:04.151" v="1736" actId="164"/>
          <ac:grpSpMkLst>
            <pc:docMk/>
            <pc:sldMk cId="3169227195" sldId="258"/>
            <ac:grpSpMk id="485" creationId="{ADDB355E-D799-E1B8-D563-5858F8F99314}"/>
          </ac:grpSpMkLst>
        </pc:grpChg>
        <pc:grpChg chg="del mod topLvl">
          <ac:chgData name="Hou, Bowen" userId="cbd36780-c17d-4782-a6cd-6dd8a1dcdc2c" providerId="ADAL" clId="{A769DFB0-DDBA-4BBA-A9E9-53B3513C4E3E}" dt="2025-02-26T02:15:51.052" v="1733" actId="165"/>
          <ac:grpSpMkLst>
            <pc:docMk/>
            <pc:sldMk cId="3169227195" sldId="258"/>
            <ac:grpSpMk id="496" creationId="{F65FED54-5EAB-666F-D523-ABB1D12B7695}"/>
          </ac:grpSpMkLst>
        </pc:grpChg>
        <pc:grpChg chg="add mod">
          <ac:chgData name="Hou, Bowen" userId="cbd36780-c17d-4782-a6cd-6dd8a1dcdc2c" providerId="ADAL" clId="{A769DFB0-DDBA-4BBA-A9E9-53B3513C4E3E}" dt="2025-02-26T02:52:32.360" v="2763" actId="1076"/>
          <ac:grpSpMkLst>
            <pc:docMk/>
            <pc:sldMk cId="3169227195" sldId="258"/>
            <ac:grpSpMk id="506" creationId="{4160CB3B-FC80-A7BC-BA1D-15A1C74D2E9C}"/>
          </ac:grpSpMkLst>
        </pc:grpChg>
        <pc:grpChg chg="mod">
          <ac:chgData name="Hou, Bowen" userId="cbd36780-c17d-4782-a6cd-6dd8a1dcdc2c" providerId="ADAL" clId="{A769DFB0-DDBA-4BBA-A9E9-53B3513C4E3E}" dt="2025-02-26T02:51:12.820" v="2736" actId="207"/>
          <ac:grpSpMkLst>
            <pc:docMk/>
            <pc:sldMk cId="3169227195" sldId="258"/>
            <ac:grpSpMk id="507" creationId="{1F1FFD0A-6424-9163-ECFC-9FEA4E4CC790}"/>
          </ac:grpSpMkLst>
        </pc:grpChg>
        <pc:cxnChg chg="add mod">
          <ac:chgData name="Hou, Bowen" userId="cbd36780-c17d-4782-a6cd-6dd8a1dcdc2c" providerId="ADAL" clId="{A769DFB0-DDBA-4BBA-A9E9-53B3513C4E3E}" dt="2025-02-26T02:20:30.700" v="1815" actId="1076"/>
          <ac:cxnSpMkLst>
            <pc:docMk/>
            <pc:sldMk cId="3169227195" sldId="258"/>
            <ac:cxnSpMk id="5" creationId="{3EAD9C3D-56DC-BB92-E46F-4D2C51BDC65E}"/>
          </ac:cxnSpMkLst>
        </pc:cxnChg>
        <pc:cxnChg chg="add mod">
          <ac:chgData name="Hou, Bowen" userId="cbd36780-c17d-4782-a6cd-6dd8a1dcdc2c" providerId="ADAL" clId="{A769DFB0-DDBA-4BBA-A9E9-53B3513C4E3E}" dt="2025-02-26T02:18:10.842" v="1779" actId="164"/>
          <ac:cxnSpMkLst>
            <pc:docMk/>
            <pc:sldMk cId="3169227195" sldId="258"/>
            <ac:cxnSpMk id="7" creationId="{1AA0C305-DD08-D4CB-1EFC-AD6A6387A518}"/>
          </ac:cxnSpMkLst>
        </pc:cxnChg>
        <pc:cxnChg chg="add mod">
          <ac:chgData name="Hou, Bowen" userId="cbd36780-c17d-4782-a6cd-6dd8a1dcdc2c" providerId="ADAL" clId="{A769DFB0-DDBA-4BBA-A9E9-53B3513C4E3E}" dt="2025-02-26T02:45:45.540" v="2649" actId="1076"/>
          <ac:cxnSpMkLst>
            <pc:docMk/>
            <pc:sldMk cId="3169227195" sldId="258"/>
            <ac:cxnSpMk id="25" creationId="{16EE56AA-FBCF-5736-B33A-B7C51DB8EB93}"/>
          </ac:cxnSpMkLst>
        </pc:cxnChg>
        <pc:cxnChg chg="add mod">
          <ac:chgData name="Hou, Bowen" userId="cbd36780-c17d-4782-a6cd-6dd8a1dcdc2c" providerId="ADAL" clId="{A769DFB0-DDBA-4BBA-A9E9-53B3513C4E3E}" dt="2025-02-26T02:17:23.707" v="1761" actId="1076"/>
          <ac:cxnSpMkLst>
            <pc:docMk/>
            <pc:sldMk cId="3169227195" sldId="258"/>
            <ac:cxnSpMk id="26" creationId="{D494E179-FF7A-3FC0-6F2D-DF3AF447F0C7}"/>
          </ac:cxnSpMkLst>
        </pc:cxnChg>
        <pc:cxnChg chg="add mod">
          <ac:chgData name="Hou, Bowen" userId="cbd36780-c17d-4782-a6cd-6dd8a1dcdc2c" providerId="ADAL" clId="{A769DFB0-DDBA-4BBA-A9E9-53B3513C4E3E}" dt="2025-02-26T02:17:52.007" v="1773" actId="1076"/>
          <ac:cxnSpMkLst>
            <pc:docMk/>
            <pc:sldMk cId="3169227195" sldId="258"/>
            <ac:cxnSpMk id="28" creationId="{A13962E1-1D9C-71EE-DF82-E4F73B30F1B1}"/>
          </ac:cxnSpMkLst>
        </pc:cxnChg>
        <pc:cxnChg chg="add mod">
          <ac:chgData name="Hou, Bowen" userId="cbd36780-c17d-4782-a6cd-6dd8a1dcdc2c" providerId="ADAL" clId="{A769DFB0-DDBA-4BBA-A9E9-53B3513C4E3E}" dt="2025-02-26T02:49:19.406" v="2722" actId="1076"/>
          <ac:cxnSpMkLst>
            <pc:docMk/>
            <pc:sldMk cId="3169227195" sldId="258"/>
            <ac:cxnSpMk id="36" creationId="{6123581F-3187-9F53-1653-F517DEE7BEFD}"/>
          </ac:cxnSpMkLst>
        </pc:cxnChg>
        <pc:cxnChg chg="add mod">
          <ac:chgData name="Hou, Bowen" userId="cbd36780-c17d-4782-a6cd-6dd8a1dcdc2c" providerId="ADAL" clId="{A769DFB0-DDBA-4BBA-A9E9-53B3513C4E3E}" dt="2025-02-26T02:49:19.406" v="2722" actId="1076"/>
          <ac:cxnSpMkLst>
            <pc:docMk/>
            <pc:sldMk cId="3169227195" sldId="258"/>
            <ac:cxnSpMk id="37" creationId="{7D77FA08-BFB9-E61F-69AE-4825C43FABE5}"/>
          </ac:cxnSpMkLst>
        </pc:cxnChg>
        <pc:cxnChg chg="add mod">
          <ac:chgData name="Hou, Bowen" userId="cbd36780-c17d-4782-a6cd-6dd8a1dcdc2c" providerId="ADAL" clId="{A769DFB0-DDBA-4BBA-A9E9-53B3513C4E3E}" dt="2025-02-26T02:49:19.406" v="2722" actId="1076"/>
          <ac:cxnSpMkLst>
            <pc:docMk/>
            <pc:sldMk cId="3169227195" sldId="258"/>
            <ac:cxnSpMk id="39" creationId="{7FCFE08D-C47E-788F-5638-CD95B58DE8E9}"/>
          </ac:cxnSpMkLst>
        </pc:cxnChg>
        <pc:cxnChg chg="mod">
          <ac:chgData name="Hou, Bowen" userId="cbd36780-c17d-4782-a6cd-6dd8a1dcdc2c" providerId="ADAL" clId="{A769DFB0-DDBA-4BBA-A9E9-53B3513C4E3E}" dt="2025-02-26T02:50:59.819" v="2732" actId="1076"/>
          <ac:cxnSpMkLst>
            <pc:docMk/>
            <pc:sldMk cId="3169227195" sldId="258"/>
            <ac:cxnSpMk id="59" creationId="{3C05421D-2F2A-38E7-32A8-6AD3896E213E}"/>
          </ac:cxnSpMkLst>
        </pc:cxnChg>
        <pc:cxnChg chg="del mod">
          <ac:chgData name="Hou, Bowen" userId="cbd36780-c17d-4782-a6cd-6dd8a1dcdc2c" providerId="ADAL" clId="{A769DFB0-DDBA-4BBA-A9E9-53B3513C4E3E}" dt="2025-02-26T02:53:19.213" v="2777" actId="478"/>
          <ac:cxnSpMkLst>
            <pc:docMk/>
            <pc:sldMk cId="3169227195" sldId="258"/>
            <ac:cxnSpMk id="61" creationId="{9F44259E-9217-DF9B-80FC-098046594F1C}"/>
          </ac:cxnSpMkLst>
        </pc:cxnChg>
        <pc:cxnChg chg="add del mod">
          <ac:chgData name="Hou, Bowen" userId="cbd36780-c17d-4782-a6cd-6dd8a1dcdc2c" providerId="ADAL" clId="{A769DFB0-DDBA-4BBA-A9E9-53B3513C4E3E}" dt="2025-02-26T02:51:55.143" v="2750" actId="478"/>
          <ac:cxnSpMkLst>
            <pc:docMk/>
            <pc:sldMk cId="3169227195" sldId="258"/>
            <ac:cxnSpMk id="65" creationId="{42FE1C74-110B-3E3D-B668-863555B9A95E}"/>
          </ac:cxnSpMkLst>
        </pc:cxnChg>
        <pc:cxnChg chg="add mod">
          <ac:chgData name="Hou, Bowen" userId="cbd36780-c17d-4782-a6cd-6dd8a1dcdc2c" providerId="ADAL" clId="{A769DFB0-DDBA-4BBA-A9E9-53B3513C4E3E}" dt="2025-02-26T02:52:46.134" v="2767" actId="164"/>
          <ac:cxnSpMkLst>
            <pc:docMk/>
            <pc:sldMk cId="3169227195" sldId="258"/>
            <ac:cxnSpMk id="66" creationId="{3862608E-0F11-4D45-637F-65524456B73E}"/>
          </ac:cxnSpMkLst>
        </pc:cxnChg>
        <pc:cxnChg chg="mod">
          <ac:chgData name="Hou, Bowen" userId="cbd36780-c17d-4782-a6cd-6dd8a1dcdc2c" providerId="ADAL" clId="{A769DFB0-DDBA-4BBA-A9E9-53B3513C4E3E}" dt="2025-02-26T02:45:41.573" v="2648" actId="1076"/>
          <ac:cxnSpMkLst>
            <pc:docMk/>
            <pc:sldMk cId="3169227195" sldId="258"/>
            <ac:cxnSpMk id="120" creationId="{398AAE92-6886-7F04-CD95-5FF7DF7642EB}"/>
          </ac:cxnSpMkLst>
        </pc:cxnChg>
        <pc:cxnChg chg="del">
          <ac:chgData name="Hou, Bowen" userId="cbd36780-c17d-4782-a6cd-6dd8a1dcdc2c" providerId="ADAL" clId="{A769DFB0-DDBA-4BBA-A9E9-53B3513C4E3E}" dt="2025-02-26T02:50:49.791" v="2729" actId="478"/>
          <ac:cxnSpMkLst>
            <pc:docMk/>
            <pc:sldMk cId="3169227195" sldId="258"/>
            <ac:cxnSpMk id="471" creationId="{731E9C6A-F978-7F1A-19E6-1675A71E0245}"/>
          </ac:cxnSpMkLst>
        </pc:cxnChg>
        <pc:cxnChg chg="mod">
          <ac:chgData name="Hou, Bowen" userId="cbd36780-c17d-4782-a6cd-6dd8a1dcdc2c" providerId="ADAL" clId="{A769DFB0-DDBA-4BBA-A9E9-53B3513C4E3E}" dt="2025-02-26T02:45:04.486" v="2628" actId="1076"/>
          <ac:cxnSpMkLst>
            <pc:docMk/>
            <pc:sldMk cId="3169227195" sldId="258"/>
            <ac:cxnSpMk id="490" creationId="{4AA2C425-7D64-A9C4-278F-E7D364C4D872}"/>
          </ac:cxnSpMkLst>
        </pc:cxnChg>
        <pc:cxnChg chg="del mod">
          <ac:chgData name="Hou, Bowen" userId="cbd36780-c17d-4782-a6cd-6dd8a1dcdc2c" providerId="ADAL" clId="{A769DFB0-DDBA-4BBA-A9E9-53B3513C4E3E}" dt="2025-02-26T02:45:06.091" v="2630" actId="478"/>
          <ac:cxnSpMkLst>
            <pc:docMk/>
            <pc:sldMk cId="3169227195" sldId="258"/>
            <ac:cxnSpMk id="491" creationId="{1870DA20-9154-6BC5-8028-413F98FB9560}"/>
          </ac:cxnSpMkLst>
        </pc:cxnChg>
        <pc:cxnChg chg="del">
          <ac:chgData name="Hou, Bowen" userId="cbd36780-c17d-4782-a6cd-6dd8a1dcdc2c" providerId="ADAL" clId="{A769DFB0-DDBA-4BBA-A9E9-53B3513C4E3E}" dt="2025-02-26T02:50:53.896" v="2730" actId="478"/>
          <ac:cxnSpMkLst>
            <pc:docMk/>
            <pc:sldMk cId="3169227195" sldId="258"/>
            <ac:cxnSpMk id="498" creationId="{CF8665F6-48CE-8343-120F-B06974F19E2F}"/>
          </ac:cxnSpMkLst>
        </pc:cxnChg>
        <pc:cxnChg chg="del">
          <ac:chgData name="Hou, Bowen" userId="cbd36780-c17d-4782-a6cd-6dd8a1dcdc2c" providerId="ADAL" clId="{A769DFB0-DDBA-4BBA-A9E9-53B3513C4E3E}" dt="2025-02-26T02:51:47.376" v="2749" actId="478"/>
          <ac:cxnSpMkLst>
            <pc:docMk/>
            <pc:sldMk cId="3169227195" sldId="258"/>
            <ac:cxnSpMk id="502" creationId="{884292CA-0DEF-3D9C-9012-8A3CF48BC25F}"/>
          </ac:cxnSpMkLst>
        </pc:cxnChg>
        <pc:cxnChg chg="mod">
          <ac:chgData name="Hou, Bowen" userId="cbd36780-c17d-4782-a6cd-6dd8a1dcdc2c" providerId="ADAL" clId="{A769DFB0-DDBA-4BBA-A9E9-53B3513C4E3E}" dt="2025-02-26T02:57:55.313" v="2854" actId="1076"/>
          <ac:cxnSpMkLst>
            <pc:docMk/>
            <pc:sldMk cId="3169227195" sldId="258"/>
            <ac:cxnSpMk id="503" creationId="{50FAB047-41D7-9A4F-AF5F-75A5C7E8B883}"/>
          </ac:cxnSpMkLst>
        </pc:cxnChg>
        <pc:cxnChg chg="mod">
          <ac:chgData name="Hou, Bowen" userId="cbd36780-c17d-4782-a6cd-6dd8a1dcdc2c" providerId="ADAL" clId="{A769DFB0-DDBA-4BBA-A9E9-53B3513C4E3E}" dt="2025-02-26T02:57:55.313" v="2854" actId="1076"/>
          <ac:cxnSpMkLst>
            <pc:docMk/>
            <pc:sldMk cId="3169227195" sldId="258"/>
            <ac:cxnSpMk id="505" creationId="{A5B1398F-258A-6B9E-A635-BFB04B52ED19}"/>
          </ac:cxnSpMkLst>
        </pc:cxnChg>
      </pc:sldChg>
      <pc:sldChg chg="addSp delSp modSp new del mod">
        <pc:chgData name="Hou, Bowen" userId="cbd36780-c17d-4782-a6cd-6dd8a1dcdc2c" providerId="ADAL" clId="{A769DFB0-DDBA-4BBA-A9E9-53B3513C4E3E}" dt="2025-02-26T03:36:45.378" v="2855" actId="47"/>
        <pc:sldMkLst>
          <pc:docMk/>
          <pc:sldMk cId="3255459302" sldId="259"/>
        </pc:sldMkLst>
        <pc:spChg chg="del">
          <ac:chgData name="Hou, Bowen" userId="cbd36780-c17d-4782-a6cd-6dd8a1dcdc2c" providerId="ADAL" clId="{A769DFB0-DDBA-4BBA-A9E9-53B3513C4E3E}" dt="2025-02-26T02:10:26.811" v="1629" actId="478"/>
          <ac:spMkLst>
            <pc:docMk/>
            <pc:sldMk cId="3255459302" sldId="259"/>
            <ac:spMk id="2" creationId="{280E8348-3DF9-C6A3-D14D-3C4DE77899C5}"/>
          </ac:spMkLst>
        </pc:spChg>
        <pc:spChg chg="del">
          <ac:chgData name="Hou, Bowen" userId="cbd36780-c17d-4782-a6cd-6dd8a1dcdc2c" providerId="ADAL" clId="{A769DFB0-DDBA-4BBA-A9E9-53B3513C4E3E}" dt="2025-02-26T02:10:26.811" v="1629" actId="478"/>
          <ac:spMkLst>
            <pc:docMk/>
            <pc:sldMk cId="3255459302" sldId="259"/>
            <ac:spMk id="3" creationId="{15A54784-1AC8-6211-CE17-49B0F5660C61}"/>
          </ac:spMkLst>
        </pc:spChg>
        <pc:spChg chg="mod">
          <ac:chgData name="Hou, Bowen" userId="cbd36780-c17d-4782-a6cd-6dd8a1dcdc2c" providerId="ADAL" clId="{A769DFB0-DDBA-4BBA-A9E9-53B3513C4E3E}" dt="2025-02-26T02:10:27.136" v="1630"/>
          <ac:spMkLst>
            <pc:docMk/>
            <pc:sldMk cId="3255459302" sldId="259"/>
            <ac:spMk id="10" creationId="{45747532-8674-E9A9-7DFA-2DCB4BE4EDB2}"/>
          </ac:spMkLst>
        </pc:spChg>
        <pc:spChg chg="mod">
          <ac:chgData name="Hou, Bowen" userId="cbd36780-c17d-4782-a6cd-6dd8a1dcdc2c" providerId="ADAL" clId="{A769DFB0-DDBA-4BBA-A9E9-53B3513C4E3E}" dt="2025-02-26T02:10:27.136" v="1630"/>
          <ac:spMkLst>
            <pc:docMk/>
            <pc:sldMk cId="3255459302" sldId="259"/>
            <ac:spMk id="11" creationId="{6D8240B0-B619-30BF-AE30-BE20E9987FB8}"/>
          </ac:spMkLst>
        </pc:spChg>
        <pc:spChg chg="mod">
          <ac:chgData name="Hou, Bowen" userId="cbd36780-c17d-4782-a6cd-6dd8a1dcdc2c" providerId="ADAL" clId="{A769DFB0-DDBA-4BBA-A9E9-53B3513C4E3E}" dt="2025-02-26T02:10:27.136" v="1630"/>
          <ac:spMkLst>
            <pc:docMk/>
            <pc:sldMk cId="3255459302" sldId="259"/>
            <ac:spMk id="13" creationId="{7091EA42-ED55-E6FF-03DD-9347855713EB}"/>
          </ac:spMkLst>
        </pc:spChg>
        <pc:spChg chg="add mod">
          <ac:chgData name="Hou, Bowen" userId="cbd36780-c17d-4782-a6cd-6dd8a1dcdc2c" providerId="ADAL" clId="{A769DFB0-DDBA-4BBA-A9E9-53B3513C4E3E}" dt="2025-02-26T02:10:27.136" v="1630"/>
          <ac:spMkLst>
            <pc:docMk/>
            <pc:sldMk cId="3255459302" sldId="259"/>
            <ac:spMk id="16" creationId="{06C78DC2-FF35-F70E-2F8D-A01C885BC912}"/>
          </ac:spMkLst>
        </pc:spChg>
        <pc:spChg chg="mod">
          <ac:chgData name="Hou, Bowen" userId="cbd36780-c17d-4782-a6cd-6dd8a1dcdc2c" providerId="ADAL" clId="{A769DFB0-DDBA-4BBA-A9E9-53B3513C4E3E}" dt="2025-02-26T02:10:27.136" v="1630"/>
          <ac:spMkLst>
            <pc:docMk/>
            <pc:sldMk cId="3255459302" sldId="259"/>
            <ac:spMk id="34" creationId="{C5880912-CD62-FCB8-342A-B48E08A8EF4F}"/>
          </ac:spMkLst>
        </pc:spChg>
        <pc:spChg chg="mod">
          <ac:chgData name="Hou, Bowen" userId="cbd36780-c17d-4782-a6cd-6dd8a1dcdc2c" providerId="ADAL" clId="{A769DFB0-DDBA-4BBA-A9E9-53B3513C4E3E}" dt="2025-02-26T02:10:27.136" v="1630"/>
          <ac:spMkLst>
            <pc:docMk/>
            <pc:sldMk cId="3255459302" sldId="259"/>
            <ac:spMk id="41" creationId="{6E67D38E-DC2C-888A-F34D-8E78AFECC846}"/>
          </ac:spMkLst>
        </pc:spChg>
        <pc:spChg chg="mod">
          <ac:chgData name="Hou, Bowen" userId="cbd36780-c17d-4782-a6cd-6dd8a1dcdc2c" providerId="ADAL" clId="{A769DFB0-DDBA-4BBA-A9E9-53B3513C4E3E}" dt="2025-02-26T02:10:27.136" v="1630"/>
          <ac:spMkLst>
            <pc:docMk/>
            <pc:sldMk cId="3255459302" sldId="259"/>
            <ac:spMk id="42" creationId="{546D087D-A080-419A-75E0-9B2A88F3A3B5}"/>
          </ac:spMkLst>
        </pc:spChg>
        <pc:spChg chg="mod">
          <ac:chgData name="Hou, Bowen" userId="cbd36780-c17d-4782-a6cd-6dd8a1dcdc2c" providerId="ADAL" clId="{A769DFB0-DDBA-4BBA-A9E9-53B3513C4E3E}" dt="2025-02-26T02:10:27.136" v="1630"/>
          <ac:spMkLst>
            <pc:docMk/>
            <pc:sldMk cId="3255459302" sldId="259"/>
            <ac:spMk id="43" creationId="{10A29D33-7642-0097-4B4F-DE3AA8F59810}"/>
          </ac:spMkLst>
        </pc:spChg>
        <pc:spChg chg="add mod">
          <ac:chgData name="Hou, Bowen" userId="cbd36780-c17d-4782-a6cd-6dd8a1dcdc2c" providerId="ADAL" clId="{A769DFB0-DDBA-4BBA-A9E9-53B3513C4E3E}" dt="2025-02-26T02:10:27.136" v="1630"/>
          <ac:spMkLst>
            <pc:docMk/>
            <pc:sldMk cId="3255459302" sldId="259"/>
            <ac:spMk id="44" creationId="{343B4219-C8A3-A411-41C8-B92C6F67A010}"/>
          </ac:spMkLst>
        </pc:spChg>
        <pc:spChg chg="add mod">
          <ac:chgData name="Hou, Bowen" userId="cbd36780-c17d-4782-a6cd-6dd8a1dcdc2c" providerId="ADAL" clId="{A769DFB0-DDBA-4BBA-A9E9-53B3513C4E3E}" dt="2025-02-26T02:10:27.136" v="1630"/>
          <ac:spMkLst>
            <pc:docMk/>
            <pc:sldMk cId="3255459302" sldId="259"/>
            <ac:spMk id="45" creationId="{3C0DCFB6-BCBC-51BE-B33B-BC0D67BA0C8F}"/>
          </ac:spMkLst>
        </pc:spChg>
      </pc:sldChg>
    </pc:docChg>
  </pc:docChgLst>
  <pc:docChgLst>
    <pc:chgData name="Hou, Bowen" userId="cbd36780-c17d-4782-a6cd-6dd8a1dcdc2c" providerId="ADAL" clId="{C9303CD7-D17E-4514-AC6E-4EFA4FDCDEDB}"/>
    <pc:docChg chg="undo custSel addSld delSld modSld">
      <pc:chgData name="Hou, Bowen" userId="cbd36780-c17d-4782-a6cd-6dd8a1dcdc2c" providerId="ADAL" clId="{C9303CD7-D17E-4514-AC6E-4EFA4FDCDEDB}" dt="2025-02-25T19:07:47.466" v="602" actId="1037"/>
      <pc:docMkLst>
        <pc:docMk/>
      </pc:docMkLst>
      <pc:sldChg chg="addSp delSp modSp mod">
        <pc:chgData name="Hou, Bowen" userId="cbd36780-c17d-4782-a6cd-6dd8a1dcdc2c" providerId="ADAL" clId="{C9303CD7-D17E-4514-AC6E-4EFA4FDCDEDB}" dt="2025-02-25T19:07:47.466" v="602" actId="1037"/>
        <pc:sldMkLst>
          <pc:docMk/>
          <pc:sldMk cId="340494126" sldId="257"/>
        </pc:sldMkLst>
        <pc:spChg chg="mod topLvl">
          <ac:chgData name="Hou, Bowen" userId="cbd36780-c17d-4782-a6cd-6dd8a1dcdc2c" providerId="ADAL" clId="{C9303CD7-D17E-4514-AC6E-4EFA4FDCDEDB}" dt="2025-02-25T14:18:55.051" v="313" actId="164"/>
          <ac:spMkLst>
            <pc:docMk/>
            <pc:sldMk cId="340494126" sldId="257"/>
            <ac:spMk id="6" creationId="{CF12503F-7739-2517-E7F0-836EF6F2F942}"/>
          </ac:spMkLst>
        </pc:spChg>
        <pc:spChg chg="add del mod">
          <ac:chgData name="Hou, Bowen" userId="cbd36780-c17d-4782-a6cd-6dd8a1dcdc2c" providerId="ADAL" clId="{C9303CD7-D17E-4514-AC6E-4EFA4FDCDEDB}" dt="2025-02-25T14:21:07.342" v="331" actId="478"/>
          <ac:spMkLst>
            <pc:docMk/>
            <pc:sldMk cId="340494126" sldId="257"/>
            <ac:spMk id="7" creationId="{59ABA661-62C6-9E4C-12C7-5DC1BBDDE2FA}"/>
          </ac:spMkLst>
        </pc:spChg>
        <pc:spChg chg="mod">
          <ac:chgData name="Hou, Bowen" userId="cbd36780-c17d-4782-a6cd-6dd8a1dcdc2c" providerId="ADAL" clId="{C9303CD7-D17E-4514-AC6E-4EFA4FDCDEDB}" dt="2025-02-25T14:18:15.976" v="298" actId="165"/>
          <ac:spMkLst>
            <pc:docMk/>
            <pc:sldMk cId="340494126" sldId="257"/>
            <ac:spMk id="9" creationId="{28E3F488-9951-BA42-2CA8-A069F1CB6524}"/>
          </ac:spMkLst>
        </pc:spChg>
        <pc:spChg chg="add mod">
          <ac:chgData name="Hou, Bowen" userId="cbd36780-c17d-4782-a6cd-6dd8a1dcdc2c" providerId="ADAL" clId="{C9303CD7-D17E-4514-AC6E-4EFA4FDCDEDB}" dt="2025-02-25T19:05:28.695" v="517" actId="164"/>
          <ac:spMkLst>
            <pc:docMk/>
            <pc:sldMk cId="340494126" sldId="257"/>
            <ac:spMk id="20" creationId="{09B1C4CE-6F10-2E31-CB69-8E176A010D34}"/>
          </ac:spMkLst>
        </pc:spChg>
        <pc:spChg chg="add mod">
          <ac:chgData name="Hou, Bowen" userId="cbd36780-c17d-4782-a6cd-6dd8a1dcdc2c" providerId="ADAL" clId="{C9303CD7-D17E-4514-AC6E-4EFA4FDCDEDB}" dt="2025-02-25T14:07:13.587" v="120"/>
          <ac:spMkLst>
            <pc:docMk/>
            <pc:sldMk cId="340494126" sldId="257"/>
            <ac:spMk id="21" creationId="{4B4E0C41-86C2-A674-8895-F1C13A91AA07}"/>
          </ac:spMkLst>
        </pc:spChg>
        <pc:spChg chg="mod">
          <ac:chgData name="Hou, Bowen" userId="cbd36780-c17d-4782-a6cd-6dd8a1dcdc2c" providerId="ADAL" clId="{C9303CD7-D17E-4514-AC6E-4EFA4FDCDEDB}" dt="2025-02-25T14:07:28.706" v="125" actId="207"/>
          <ac:spMkLst>
            <pc:docMk/>
            <pc:sldMk cId="340494126" sldId="257"/>
            <ac:spMk id="23" creationId="{40540733-0609-42AC-A036-D919A7FD8281}"/>
          </ac:spMkLst>
        </pc:spChg>
        <pc:spChg chg="mod">
          <ac:chgData name="Hou, Bowen" userId="cbd36780-c17d-4782-a6cd-6dd8a1dcdc2c" providerId="ADAL" clId="{C9303CD7-D17E-4514-AC6E-4EFA4FDCDEDB}" dt="2025-02-25T14:29:21.554" v="437" actId="1076"/>
          <ac:spMkLst>
            <pc:docMk/>
            <pc:sldMk cId="340494126" sldId="257"/>
            <ac:spMk id="24" creationId="{2F750836-EC39-C432-C24B-9D3E95A81DE6}"/>
          </ac:spMkLst>
        </pc:spChg>
        <pc:spChg chg="mod">
          <ac:chgData name="Hou, Bowen" userId="cbd36780-c17d-4782-a6cd-6dd8a1dcdc2c" providerId="ADAL" clId="{C9303CD7-D17E-4514-AC6E-4EFA4FDCDEDB}" dt="2025-02-25T14:07:21.442" v="123"/>
          <ac:spMkLst>
            <pc:docMk/>
            <pc:sldMk cId="340494126" sldId="257"/>
            <ac:spMk id="25" creationId="{6CA1F3AD-296A-1750-3A20-6F297167727A}"/>
          </ac:spMkLst>
        </pc:spChg>
        <pc:spChg chg="add mod ord">
          <ac:chgData name="Hou, Bowen" userId="cbd36780-c17d-4782-a6cd-6dd8a1dcdc2c" providerId="ADAL" clId="{C9303CD7-D17E-4514-AC6E-4EFA4FDCDEDB}" dt="2025-02-25T14:16:02.982" v="258" actId="164"/>
          <ac:spMkLst>
            <pc:docMk/>
            <pc:sldMk cId="340494126" sldId="257"/>
            <ac:spMk id="27" creationId="{49CB68EF-E658-120B-E14A-87D5BFD83C0F}"/>
          </ac:spMkLst>
        </pc:spChg>
        <pc:spChg chg="add mod ord">
          <ac:chgData name="Hou, Bowen" userId="cbd36780-c17d-4782-a6cd-6dd8a1dcdc2c" providerId="ADAL" clId="{C9303CD7-D17E-4514-AC6E-4EFA4FDCDEDB}" dt="2025-02-25T14:16:02.982" v="258" actId="164"/>
          <ac:spMkLst>
            <pc:docMk/>
            <pc:sldMk cId="340494126" sldId="257"/>
            <ac:spMk id="28" creationId="{C70B5138-56A8-75CB-BA47-9DB23F841A8C}"/>
          </ac:spMkLst>
        </pc:spChg>
        <pc:spChg chg="add mod ord">
          <ac:chgData name="Hou, Bowen" userId="cbd36780-c17d-4782-a6cd-6dd8a1dcdc2c" providerId="ADAL" clId="{C9303CD7-D17E-4514-AC6E-4EFA4FDCDEDB}" dt="2025-02-25T14:16:02.982" v="258" actId="164"/>
          <ac:spMkLst>
            <pc:docMk/>
            <pc:sldMk cId="340494126" sldId="257"/>
            <ac:spMk id="29" creationId="{F9241C23-D731-835C-E63E-C707888B2DED}"/>
          </ac:spMkLst>
        </pc:spChg>
        <pc:spChg chg="add mod">
          <ac:chgData name="Hou, Bowen" userId="cbd36780-c17d-4782-a6cd-6dd8a1dcdc2c" providerId="ADAL" clId="{C9303CD7-D17E-4514-AC6E-4EFA4FDCDEDB}" dt="2025-02-25T14:29:41.955" v="439" actId="1035"/>
          <ac:spMkLst>
            <pc:docMk/>
            <pc:sldMk cId="340494126" sldId="257"/>
            <ac:spMk id="33" creationId="{46B16A13-D7E1-16FD-62B5-E30A64E3D52E}"/>
          </ac:spMkLst>
        </pc:spChg>
        <pc:spChg chg="add mod">
          <ac:chgData name="Hou, Bowen" userId="cbd36780-c17d-4782-a6cd-6dd8a1dcdc2c" providerId="ADAL" clId="{C9303CD7-D17E-4514-AC6E-4EFA4FDCDEDB}" dt="2025-02-25T14:18:05.213" v="296" actId="164"/>
          <ac:spMkLst>
            <pc:docMk/>
            <pc:sldMk cId="340494126" sldId="257"/>
            <ac:spMk id="35" creationId="{2406D75E-A410-83A9-7C65-2CAC3451210F}"/>
          </ac:spMkLst>
        </pc:spChg>
        <pc:spChg chg="add mod ord">
          <ac:chgData name="Hou, Bowen" userId="cbd36780-c17d-4782-a6cd-6dd8a1dcdc2c" providerId="ADAL" clId="{C9303CD7-D17E-4514-AC6E-4EFA4FDCDEDB}" dt="2025-02-25T14:20:06.931" v="321" actId="207"/>
          <ac:spMkLst>
            <pc:docMk/>
            <pc:sldMk cId="340494126" sldId="257"/>
            <ac:spMk id="36" creationId="{FC7B431A-C81C-E64F-B163-5DF2682C0AAC}"/>
          </ac:spMkLst>
        </pc:spChg>
        <pc:spChg chg="add mod ord">
          <ac:chgData name="Hou, Bowen" userId="cbd36780-c17d-4782-a6cd-6dd8a1dcdc2c" providerId="ADAL" clId="{C9303CD7-D17E-4514-AC6E-4EFA4FDCDEDB}" dt="2025-02-25T14:20:12.713" v="322" actId="207"/>
          <ac:spMkLst>
            <pc:docMk/>
            <pc:sldMk cId="340494126" sldId="257"/>
            <ac:spMk id="37" creationId="{CDC1976C-14B2-DD40-04C8-F8B8462B5966}"/>
          </ac:spMkLst>
        </pc:spChg>
        <pc:spChg chg="add mod">
          <ac:chgData name="Hou, Bowen" userId="cbd36780-c17d-4782-a6cd-6dd8a1dcdc2c" providerId="ADAL" clId="{C9303CD7-D17E-4514-AC6E-4EFA4FDCDEDB}" dt="2025-02-25T14:20:51.603" v="326" actId="1038"/>
          <ac:spMkLst>
            <pc:docMk/>
            <pc:sldMk cId="340494126" sldId="257"/>
            <ac:spMk id="39" creationId="{AD567DE6-2AC0-41D6-1261-07A7E12CCF18}"/>
          </ac:spMkLst>
        </pc:spChg>
        <pc:spChg chg="add mod">
          <ac:chgData name="Hou, Bowen" userId="cbd36780-c17d-4782-a6cd-6dd8a1dcdc2c" providerId="ADAL" clId="{C9303CD7-D17E-4514-AC6E-4EFA4FDCDEDB}" dt="2025-02-25T19:07:40.410" v="593" actId="1038"/>
          <ac:spMkLst>
            <pc:docMk/>
            <pc:sldMk cId="340494126" sldId="257"/>
            <ac:spMk id="41" creationId="{34136A75-10B9-2D63-9E10-682C6ADF7910}"/>
          </ac:spMkLst>
        </pc:spChg>
        <pc:spChg chg="add mod ord">
          <ac:chgData name="Hou, Bowen" userId="cbd36780-c17d-4782-a6cd-6dd8a1dcdc2c" providerId="ADAL" clId="{C9303CD7-D17E-4514-AC6E-4EFA4FDCDEDB}" dt="2025-02-25T19:07:40.410" v="593" actId="1038"/>
          <ac:spMkLst>
            <pc:docMk/>
            <pc:sldMk cId="340494126" sldId="257"/>
            <ac:spMk id="42" creationId="{EF7600EC-E346-11C8-08D3-F5F451BCC19D}"/>
          </ac:spMkLst>
        </pc:spChg>
        <pc:spChg chg="add mod">
          <ac:chgData name="Hou, Bowen" userId="cbd36780-c17d-4782-a6cd-6dd8a1dcdc2c" providerId="ADAL" clId="{C9303CD7-D17E-4514-AC6E-4EFA4FDCDEDB}" dt="2025-02-25T19:05:28.695" v="517" actId="164"/>
          <ac:spMkLst>
            <pc:docMk/>
            <pc:sldMk cId="340494126" sldId="257"/>
            <ac:spMk id="43" creationId="{1360BA30-5BF2-11B9-39AE-576E3A2EA90A}"/>
          </ac:spMkLst>
        </pc:spChg>
        <pc:spChg chg="add mod">
          <ac:chgData name="Hou, Bowen" userId="cbd36780-c17d-4782-a6cd-6dd8a1dcdc2c" providerId="ADAL" clId="{C9303CD7-D17E-4514-AC6E-4EFA4FDCDEDB}" dt="2025-02-25T19:05:28.695" v="517" actId="164"/>
          <ac:spMkLst>
            <pc:docMk/>
            <pc:sldMk cId="340494126" sldId="257"/>
            <ac:spMk id="46" creationId="{5CD321E6-6270-0EE4-F772-5FF9EDA84ABF}"/>
          </ac:spMkLst>
        </pc:spChg>
        <pc:spChg chg="add del mod">
          <ac:chgData name="Hou, Bowen" userId="cbd36780-c17d-4782-a6cd-6dd8a1dcdc2c" providerId="ADAL" clId="{C9303CD7-D17E-4514-AC6E-4EFA4FDCDEDB}" dt="2025-02-25T14:25:25.932" v="392" actId="478"/>
          <ac:spMkLst>
            <pc:docMk/>
            <pc:sldMk cId="340494126" sldId="257"/>
            <ac:spMk id="48" creationId="{87046EFF-E753-F509-3AB9-4D2081BB058F}"/>
          </ac:spMkLst>
        </pc:spChg>
        <pc:spChg chg="add mod">
          <ac:chgData name="Hou, Bowen" userId="cbd36780-c17d-4782-a6cd-6dd8a1dcdc2c" providerId="ADAL" clId="{C9303CD7-D17E-4514-AC6E-4EFA4FDCDEDB}" dt="2025-02-25T19:05:28.695" v="517" actId="164"/>
          <ac:spMkLst>
            <pc:docMk/>
            <pc:sldMk cId="340494126" sldId="257"/>
            <ac:spMk id="49" creationId="{61752C14-1C2A-4D71-9066-1B79C9CA6254}"/>
          </ac:spMkLst>
        </pc:spChg>
        <pc:spChg chg="mod">
          <ac:chgData name="Hou, Bowen" userId="cbd36780-c17d-4782-a6cd-6dd8a1dcdc2c" providerId="ADAL" clId="{C9303CD7-D17E-4514-AC6E-4EFA4FDCDEDB}" dt="2025-02-25T19:07:14.128" v="563" actId="164"/>
          <ac:spMkLst>
            <pc:docMk/>
            <pc:sldMk cId="340494126" sldId="257"/>
            <ac:spMk id="50" creationId="{4BFBA64F-F329-5817-B467-17BBDADE0462}"/>
          </ac:spMkLst>
        </pc:spChg>
        <pc:spChg chg="mod">
          <ac:chgData name="Hou, Bowen" userId="cbd36780-c17d-4782-a6cd-6dd8a1dcdc2c" providerId="ADAL" clId="{C9303CD7-D17E-4514-AC6E-4EFA4FDCDEDB}" dt="2025-02-25T14:19:23.074" v="316" actId="208"/>
          <ac:spMkLst>
            <pc:docMk/>
            <pc:sldMk cId="340494126" sldId="257"/>
            <ac:spMk id="54" creationId="{AAB3119B-6114-4DA7-F55A-931D17F014F1}"/>
          </ac:spMkLst>
        </pc:spChg>
        <pc:spChg chg="mod">
          <ac:chgData name="Hou, Bowen" userId="cbd36780-c17d-4782-a6cd-6dd8a1dcdc2c" providerId="ADAL" clId="{C9303CD7-D17E-4514-AC6E-4EFA4FDCDEDB}" dt="2025-02-25T14:01:15.747" v="58" actId="1076"/>
          <ac:spMkLst>
            <pc:docMk/>
            <pc:sldMk cId="340494126" sldId="257"/>
            <ac:spMk id="55" creationId="{98A5F899-C69E-82FF-B84D-98A10D8FF88C}"/>
          </ac:spMkLst>
        </pc:spChg>
        <pc:spChg chg="mod">
          <ac:chgData name="Hou, Bowen" userId="cbd36780-c17d-4782-a6cd-6dd8a1dcdc2c" providerId="ADAL" clId="{C9303CD7-D17E-4514-AC6E-4EFA4FDCDEDB}" dt="2025-02-25T14:01:20.889" v="60" actId="1076"/>
          <ac:spMkLst>
            <pc:docMk/>
            <pc:sldMk cId="340494126" sldId="257"/>
            <ac:spMk id="56" creationId="{E8021E42-ECC1-F546-6898-CBA1AA1BE632}"/>
          </ac:spMkLst>
        </pc:spChg>
        <pc:spChg chg="add mod ord">
          <ac:chgData name="Hou, Bowen" userId="cbd36780-c17d-4782-a6cd-6dd8a1dcdc2c" providerId="ADAL" clId="{C9303CD7-D17E-4514-AC6E-4EFA4FDCDEDB}" dt="2025-02-25T19:07:40.410" v="593" actId="1038"/>
          <ac:spMkLst>
            <pc:docMk/>
            <pc:sldMk cId="340494126" sldId="257"/>
            <ac:spMk id="59" creationId="{388D7526-E1FF-78E7-A51B-15CACFBB77E9}"/>
          </ac:spMkLst>
        </pc:spChg>
        <pc:spChg chg="mod topLvl">
          <ac:chgData name="Hou, Bowen" userId="cbd36780-c17d-4782-a6cd-6dd8a1dcdc2c" providerId="ADAL" clId="{C9303CD7-D17E-4514-AC6E-4EFA4FDCDEDB}" dt="2025-02-25T14:18:55.051" v="313" actId="164"/>
          <ac:spMkLst>
            <pc:docMk/>
            <pc:sldMk cId="340494126" sldId="257"/>
            <ac:spMk id="65" creationId="{2986504B-AD74-EC6B-02AD-62F09B15FF82}"/>
          </ac:spMkLst>
        </pc:spChg>
        <pc:spChg chg="mod">
          <ac:chgData name="Hou, Bowen" userId="cbd36780-c17d-4782-a6cd-6dd8a1dcdc2c" providerId="ADAL" clId="{C9303CD7-D17E-4514-AC6E-4EFA4FDCDEDB}" dt="2025-02-25T14:18:15.976" v="298" actId="165"/>
          <ac:spMkLst>
            <pc:docMk/>
            <pc:sldMk cId="340494126" sldId="257"/>
            <ac:spMk id="66" creationId="{DB3B169F-64F8-D63C-5539-C6395A7C1652}"/>
          </ac:spMkLst>
        </pc:spChg>
        <pc:spChg chg="mod">
          <ac:chgData name="Hou, Bowen" userId="cbd36780-c17d-4782-a6cd-6dd8a1dcdc2c" providerId="ADAL" clId="{C9303CD7-D17E-4514-AC6E-4EFA4FDCDEDB}" dt="2025-02-25T19:07:21.202" v="565" actId="1076"/>
          <ac:spMkLst>
            <pc:docMk/>
            <pc:sldMk cId="340494126" sldId="257"/>
            <ac:spMk id="67" creationId="{70D56C83-AA50-73C5-A0E5-8C07E754470B}"/>
          </ac:spMkLst>
        </pc:spChg>
        <pc:spChg chg="mod topLvl">
          <ac:chgData name="Hou, Bowen" userId="cbd36780-c17d-4782-a6cd-6dd8a1dcdc2c" providerId="ADAL" clId="{C9303CD7-D17E-4514-AC6E-4EFA4FDCDEDB}" dt="2025-02-25T14:18:55.051" v="313" actId="164"/>
          <ac:spMkLst>
            <pc:docMk/>
            <pc:sldMk cId="340494126" sldId="257"/>
            <ac:spMk id="108" creationId="{5102CDA6-A848-594C-CE0B-D6E2013BCBD8}"/>
          </ac:spMkLst>
        </pc:spChg>
        <pc:spChg chg="mod">
          <ac:chgData name="Hou, Bowen" userId="cbd36780-c17d-4782-a6cd-6dd8a1dcdc2c" providerId="ADAL" clId="{C9303CD7-D17E-4514-AC6E-4EFA4FDCDEDB}" dt="2025-02-25T14:18:15.976" v="298" actId="165"/>
          <ac:spMkLst>
            <pc:docMk/>
            <pc:sldMk cId="340494126" sldId="257"/>
            <ac:spMk id="111" creationId="{6BDC7BC4-BAB7-974B-A858-90D4BD740F91}"/>
          </ac:spMkLst>
        </pc:spChg>
        <pc:spChg chg="mod topLvl">
          <ac:chgData name="Hou, Bowen" userId="cbd36780-c17d-4782-a6cd-6dd8a1dcdc2c" providerId="ADAL" clId="{C9303CD7-D17E-4514-AC6E-4EFA4FDCDEDB}" dt="2025-02-25T14:18:55.051" v="313" actId="164"/>
          <ac:spMkLst>
            <pc:docMk/>
            <pc:sldMk cId="340494126" sldId="257"/>
            <ac:spMk id="151" creationId="{FFC1A445-029E-5F62-C5F8-E45C18449E50}"/>
          </ac:spMkLst>
        </pc:spChg>
        <pc:spChg chg="mod topLvl">
          <ac:chgData name="Hou, Bowen" userId="cbd36780-c17d-4782-a6cd-6dd8a1dcdc2c" providerId="ADAL" clId="{C9303CD7-D17E-4514-AC6E-4EFA4FDCDEDB}" dt="2025-02-25T14:18:55.051" v="313" actId="164"/>
          <ac:spMkLst>
            <pc:docMk/>
            <pc:sldMk cId="340494126" sldId="257"/>
            <ac:spMk id="152" creationId="{DD40C029-B441-815B-E91C-2340ED65F69B}"/>
          </ac:spMkLst>
        </pc:spChg>
        <pc:spChg chg="mod topLvl">
          <ac:chgData name="Hou, Bowen" userId="cbd36780-c17d-4782-a6cd-6dd8a1dcdc2c" providerId="ADAL" clId="{C9303CD7-D17E-4514-AC6E-4EFA4FDCDEDB}" dt="2025-02-25T14:18:55.051" v="313" actId="164"/>
          <ac:spMkLst>
            <pc:docMk/>
            <pc:sldMk cId="340494126" sldId="257"/>
            <ac:spMk id="153" creationId="{730D4C31-B542-BF35-E919-FD783D200754}"/>
          </ac:spMkLst>
        </pc:spChg>
        <pc:spChg chg="mod">
          <ac:chgData name="Hou, Bowen" userId="cbd36780-c17d-4782-a6cd-6dd8a1dcdc2c" providerId="ADAL" clId="{C9303CD7-D17E-4514-AC6E-4EFA4FDCDEDB}" dt="2025-02-25T19:05:28.695" v="517" actId="164"/>
          <ac:spMkLst>
            <pc:docMk/>
            <pc:sldMk cId="340494126" sldId="257"/>
            <ac:spMk id="163" creationId="{281E9742-9BC6-333B-BFB9-F6A70ADCD8E5}"/>
          </ac:spMkLst>
        </pc:spChg>
        <pc:spChg chg="mod topLvl">
          <ac:chgData name="Hou, Bowen" userId="cbd36780-c17d-4782-a6cd-6dd8a1dcdc2c" providerId="ADAL" clId="{C9303CD7-D17E-4514-AC6E-4EFA4FDCDEDB}" dt="2025-02-25T14:17:05.030" v="280" actId="164"/>
          <ac:spMkLst>
            <pc:docMk/>
            <pc:sldMk cId="340494126" sldId="257"/>
            <ac:spMk id="199" creationId="{686A825C-C996-B499-08A9-F457E6BF3558}"/>
          </ac:spMkLst>
        </pc:spChg>
        <pc:spChg chg="mod topLvl">
          <ac:chgData name="Hou, Bowen" userId="cbd36780-c17d-4782-a6cd-6dd8a1dcdc2c" providerId="ADAL" clId="{C9303CD7-D17E-4514-AC6E-4EFA4FDCDEDB}" dt="2025-02-25T14:17:05.030" v="280" actId="164"/>
          <ac:spMkLst>
            <pc:docMk/>
            <pc:sldMk cId="340494126" sldId="257"/>
            <ac:spMk id="200" creationId="{DDA9A6CA-080B-992F-571A-D24E86235C88}"/>
          </ac:spMkLst>
        </pc:spChg>
        <pc:spChg chg="mod topLvl">
          <ac:chgData name="Hou, Bowen" userId="cbd36780-c17d-4782-a6cd-6dd8a1dcdc2c" providerId="ADAL" clId="{C9303CD7-D17E-4514-AC6E-4EFA4FDCDEDB}" dt="2025-02-25T14:17:05.030" v="280" actId="164"/>
          <ac:spMkLst>
            <pc:docMk/>
            <pc:sldMk cId="340494126" sldId="257"/>
            <ac:spMk id="207" creationId="{B960276B-FAB9-3501-2064-FB6B5DB0FB4B}"/>
          </ac:spMkLst>
        </pc:spChg>
        <pc:spChg chg="mod topLvl">
          <ac:chgData name="Hou, Bowen" userId="cbd36780-c17d-4782-a6cd-6dd8a1dcdc2c" providerId="ADAL" clId="{C9303CD7-D17E-4514-AC6E-4EFA4FDCDEDB}" dt="2025-02-25T14:17:05.030" v="280" actId="164"/>
          <ac:spMkLst>
            <pc:docMk/>
            <pc:sldMk cId="340494126" sldId="257"/>
            <ac:spMk id="208" creationId="{D11952AC-A4B7-46AB-390E-CD71C7B31B03}"/>
          </ac:spMkLst>
        </pc:spChg>
        <pc:spChg chg="mod">
          <ac:chgData name="Hou, Bowen" userId="cbd36780-c17d-4782-a6cd-6dd8a1dcdc2c" providerId="ADAL" clId="{C9303CD7-D17E-4514-AC6E-4EFA4FDCDEDB}" dt="2025-02-25T14:11:30.752" v="224" actId="165"/>
          <ac:spMkLst>
            <pc:docMk/>
            <pc:sldMk cId="340494126" sldId="257"/>
            <ac:spMk id="215" creationId="{94F7A00E-2D30-0A79-24F8-00EE9701F36F}"/>
          </ac:spMkLst>
        </pc:spChg>
        <pc:spChg chg="mod">
          <ac:chgData name="Hou, Bowen" userId="cbd36780-c17d-4782-a6cd-6dd8a1dcdc2c" providerId="ADAL" clId="{C9303CD7-D17E-4514-AC6E-4EFA4FDCDEDB}" dt="2025-02-25T14:11:30.752" v="224" actId="165"/>
          <ac:spMkLst>
            <pc:docMk/>
            <pc:sldMk cId="340494126" sldId="257"/>
            <ac:spMk id="227" creationId="{8726E3A4-BFCC-D6D0-19B0-3CC4892B0846}"/>
          </ac:spMkLst>
        </pc:spChg>
        <pc:spChg chg="mod topLvl">
          <ac:chgData name="Hou, Bowen" userId="cbd36780-c17d-4782-a6cd-6dd8a1dcdc2c" providerId="ADAL" clId="{C9303CD7-D17E-4514-AC6E-4EFA4FDCDEDB}" dt="2025-02-25T14:17:05.030" v="280" actId="164"/>
          <ac:spMkLst>
            <pc:docMk/>
            <pc:sldMk cId="340494126" sldId="257"/>
            <ac:spMk id="254" creationId="{B1AD85E8-F85E-21E1-FA50-09C4BACD9ED7}"/>
          </ac:spMkLst>
        </pc:spChg>
        <pc:spChg chg="mod topLvl">
          <ac:chgData name="Hou, Bowen" userId="cbd36780-c17d-4782-a6cd-6dd8a1dcdc2c" providerId="ADAL" clId="{C9303CD7-D17E-4514-AC6E-4EFA4FDCDEDB}" dt="2025-02-25T14:17:05.030" v="280" actId="164"/>
          <ac:spMkLst>
            <pc:docMk/>
            <pc:sldMk cId="340494126" sldId="257"/>
            <ac:spMk id="272" creationId="{CB0280F8-C299-4FEB-ED68-213460B5E6CB}"/>
          </ac:spMkLst>
        </pc:spChg>
        <pc:spChg chg="mod topLvl">
          <ac:chgData name="Hou, Bowen" userId="cbd36780-c17d-4782-a6cd-6dd8a1dcdc2c" providerId="ADAL" clId="{C9303CD7-D17E-4514-AC6E-4EFA4FDCDEDB}" dt="2025-02-25T14:18:55.051" v="313" actId="164"/>
          <ac:spMkLst>
            <pc:docMk/>
            <pc:sldMk cId="340494126" sldId="257"/>
            <ac:spMk id="273" creationId="{1F856EA6-5AB9-BBF1-97F6-BA4FA19F7620}"/>
          </ac:spMkLst>
        </pc:spChg>
        <pc:spChg chg="mod">
          <ac:chgData name="Hou, Bowen" userId="cbd36780-c17d-4782-a6cd-6dd8a1dcdc2c" providerId="ADAL" clId="{C9303CD7-D17E-4514-AC6E-4EFA4FDCDEDB}" dt="2025-02-25T14:18:55.051" v="313" actId="164"/>
          <ac:spMkLst>
            <pc:docMk/>
            <pc:sldMk cId="340494126" sldId="257"/>
            <ac:spMk id="305" creationId="{E6670C5E-C662-6BD7-9E2A-AF78B6C39100}"/>
          </ac:spMkLst>
        </pc:spChg>
        <pc:spChg chg="mod topLvl">
          <ac:chgData name="Hou, Bowen" userId="cbd36780-c17d-4782-a6cd-6dd8a1dcdc2c" providerId="ADAL" clId="{C9303CD7-D17E-4514-AC6E-4EFA4FDCDEDB}" dt="2025-02-25T14:17:05.030" v="280" actId="164"/>
          <ac:spMkLst>
            <pc:docMk/>
            <pc:sldMk cId="340494126" sldId="257"/>
            <ac:spMk id="306" creationId="{C5ADBB9E-DE78-E072-1E71-726C7DC6E23F}"/>
          </ac:spMkLst>
        </pc:spChg>
        <pc:spChg chg="mod">
          <ac:chgData name="Hou, Bowen" userId="cbd36780-c17d-4782-a6cd-6dd8a1dcdc2c" providerId="ADAL" clId="{C9303CD7-D17E-4514-AC6E-4EFA4FDCDEDB}" dt="2025-02-25T14:17:02.023" v="278" actId="1076"/>
          <ac:spMkLst>
            <pc:docMk/>
            <pc:sldMk cId="340494126" sldId="257"/>
            <ac:spMk id="307" creationId="{A3A13788-2085-9C29-8380-422A22CF4151}"/>
          </ac:spMkLst>
        </pc:spChg>
        <pc:spChg chg="mod topLvl">
          <ac:chgData name="Hou, Bowen" userId="cbd36780-c17d-4782-a6cd-6dd8a1dcdc2c" providerId="ADAL" clId="{C9303CD7-D17E-4514-AC6E-4EFA4FDCDEDB}" dt="2025-02-25T14:17:05.030" v="280" actId="164"/>
          <ac:spMkLst>
            <pc:docMk/>
            <pc:sldMk cId="340494126" sldId="257"/>
            <ac:spMk id="308" creationId="{4A9CCC1C-E844-9E52-5C10-825EEB69372F}"/>
          </ac:spMkLst>
        </pc:spChg>
        <pc:spChg chg="mod">
          <ac:chgData name="Hou, Bowen" userId="cbd36780-c17d-4782-a6cd-6dd8a1dcdc2c" providerId="ADAL" clId="{C9303CD7-D17E-4514-AC6E-4EFA4FDCDEDB}" dt="2025-02-25T14:14:05.095" v="235" actId="207"/>
          <ac:spMkLst>
            <pc:docMk/>
            <pc:sldMk cId="340494126" sldId="257"/>
            <ac:spMk id="373" creationId="{83D0137F-2E20-897F-483D-CFEEE8A9269D}"/>
          </ac:spMkLst>
        </pc:spChg>
        <pc:spChg chg="mod">
          <ac:chgData name="Hou, Bowen" userId="cbd36780-c17d-4782-a6cd-6dd8a1dcdc2c" providerId="ADAL" clId="{C9303CD7-D17E-4514-AC6E-4EFA4FDCDEDB}" dt="2025-02-25T14:14:07.545" v="238" actId="207"/>
          <ac:spMkLst>
            <pc:docMk/>
            <pc:sldMk cId="340494126" sldId="257"/>
            <ac:spMk id="378" creationId="{7FA910A7-B3E0-7AFA-F5AF-26F0742EA1EE}"/>
          </ac:spMkLst>
        </pc:spChg>
        <pc:spChg chg="mod">
          <ac:chgData name="Hou, Bowen" userId="cbd36780-c17d-4782-a6cd-6dd8a1dcdc2c" providerId="ADAL" clId="{C9303CD7-D17E-4514-AC6E-4EFA4FDCDEDB}" dt="2025-02-25T14:32:36.684" v="513" actId="1037"/>
          <ac:spMkLst>
            <pc:docMk/>
            <pc:sldMk cId="340494126" sldId="257"/>
            <ac:spMk id="391" creationId="{08CBBD54-F122-B9EE-2F64-72965E2F6F8C}"/>
          </ac:spMkLst>
        </pc:spChg>
        <pc:spChg chg="del mod">
          <ac:chgData name="Hou, Bowen" userId="cbd36780-c17d-4782-a6cd-6dd8a1dcdc2c" providerId="ADAL" clId="{C9303CD7-D17E-4514-AC6E-4EFA4FDCDEDB}" dt="2025-02-25T14:30:47.917" v="465" actId="478"/>
          <ac:spMkLst>
            <pc:docMk/>
            <pc:sldMk cId="340494126" sldId="257"/>
            <ac:spMk id="416" creationId="{2A1A8879-D3E2-8747-3B60-DECBA6FE064F}"/>
          </ac:spMkLst>
        </pc:spChg>
        <pc:spChg chg="mod">
          <ac:chgData name="Hou, Bowen" userId="cbd36780-c17d-4782-a6cd-6dd8a1dcdc2c" providerId="ADAL" clId="{C9303CD7-D17E-4514-AC6E-4EFA4FDCDEDB}" dt="2025-02-25T14:18:55.051" v="313" actId="164"/>
          <ac:spMkLst>
            <pc:docMk/>
            <pc:sldMk cId="340494126" sldId="257"/>
            <ac:spMk id="420" creationId="{D38348DE-AD36-F976-5C3F-00875EFC3106}"/>
          </ac:spMkLst>
        </pc:spChg>
        <pc:spChg chg="mod">
          <ac:chgData name="Hou, Bowen" userId="cbd36780-c17d-4782-a6cd-6dd8a1dcdc2c" providerId="ADAL" clId="{C9303CD7-D17E-4514-AC6E-4EFA4FDCDEDB}" dt="2025-02-25T14:17:05.030" v="280" actId="164"/>
          <ac:spMkLst>
            <pc:docMk/>
            <pc:sldMk cId="340494126" sldId="257"/>
            <ac:spMk id="421" creationId="{6649FCD7-9A6D-1A9F-574D-0C24586DCA3E}"/>
          </ac:spMkLst>
        </pc:spChg>
        <pc:spChg chg="mod">
          <ac:chgData name="Hou, Bowen" userId="cbd36780-c17d-4782-a6cd-6dd8a1dcdc2c" providerId="ADAL" clId="{C9303CD7-D17E-4514-AC6E-4EFA4FDCDEDB}" dt="2025-02-25T13:56:56.801" v="6" actId="206"/>
          <ac:spMkLst>
            <pc:docMk/>
            <pc:sldMk cId="340494126" sldId="257"/>
            <ac:spMk id="425" creationId="{16EFD1A5-2AEC-2126-983D-34C37283F62B}"/>
          </ac:spMkLst>
        </pc:spChg>
        <pc:spChg chg="mod">
          <ac:chgData name="Hou, Bowen" userId="cbd36780-c17d-4782-a6cd-6dd8a1dcdc2c" providerId="ADAL" clId="{C9303CD7-D17E-4514-AC6E-4EFA4FDCDEDB}" dt="2025-02-25T14:01:17.343" v="59" actId="1076"/>
          <ac:spMkLst>
            <pc:docMk/>
            <pc:sldMk cId="340494126" sldId="257"/>
            <ac:spMk id="426" creationId="{79EEF144-9D2C-6C5C-8690-00EE019808BE}"/>
          </ac:spMkLst>
        </pc:spChg>
        <pc:spChg chg="mod">
          <ac:chgData name="Hou, Bowen" userId="cbd36780-c17d-4782-a6cd-6dd8a1dcdc2c" providerId="ADAL" clId="{C9303CD7-D17E-4514-AC6E-4EFA4FDCDEDB}" dt="2025-02-25T14:31:24.221" v="470" actId="1076"/>
          <ac:spMkLst>
            <pc:docMk/>
            <pc:sldMk cId="340494126" sldId="257"/>
            <ac:spMk id="435" creationId="{F59A087D-1525-981C-673B-41C26FD7E372}"/>
          </ac:spMkLst>
        </pc:spChg>
        <pc:spChg chg="mod">
          <ac:chgData name="Hou, Bowen" userId="cbd36780-c17d-4782-a6cd-6dd8a1dcdc2c" providerId="ADAL" clId="{C9303CD7-D17E-4514-AC6E-4EFA4FDCDEDB}" dt="2025-02-25T14:31:27.911" v="471" actId="14100"/>
          <ac:spMkLst>
            <pc:docMk/>
            <pc:sldMk cId="340494126" sldId="257"/>
            <ac:spMk id="436" creationId="{A83E77D8-F870-9291-158A-81739CC578B2}"/>
          </ac:spMkLst>
        </pc:spChg>
        <pc:spChg chg="mod">
          <ac:chgData name="Hou, Bowen" userId="cbd36780-c17d-4782-a6cd-6dd8a1dcdc2c" providerId="ADAL" clId="{C9303CD7-D17E-4514-AC6E-4EFA4FDCDEDB}" dt="2025-02-25T19:07:14.128" v="563" actId="164"/>
          <ac:spMkLst>
            <pc:docMk/>
            <pc:sldMk cId="340494126" sldId="257"/>
            <ac:spMk id="437" creationId="{C3369F67-7F4A-AC1B-4DE3-1753B8DB659C}"/>
          </ac:spMkLst>
        </pc:spChg>
        <pc:spChg chg="add mod">
          <ac:chgData name="Hou, Bowen" userId="cbd36780-c17d-4782-a6cd-6dd8a1dcdc2c" providerId="ADAL" clId="{C9303CD7-D17E-4514-AC6E-4EFA4FDCDEDB}" dt="2025-02-25T19:07:44.293" v="594" actId="1076"/>
          <ac:spMkLst>
            <pc:docMk/>
            <pc:sldMk cId="340494126" sldId="257"/>
            <ac:spMk id="450" creationId="{CB5A6863-3ACC-12BD-503A-22A9BD48C1A3}"/>
          </ac:spMkLst>
        </pc:spChg>
        <pc:spChg chg="mod">
          <ac:chgData name="Hou, Bowen" userId="cbd36780-c17d-4782-a6cd-6dd8a1dcdc2c" providerId="ADAL" clId="{C9303CD7-D17E-4514-AC6E-4EFA4FDCDEDB}" dt="2025-02-25T19:07:14.128" v="563" actId="164"/>
          <ac:spMkLst>
            <pc:docMk/>
            <pc:sldMk cId="340494126" sldId="257"/>
            <ac:spMk id="456" creationId="{B1C26E44-2E78-4C00-89CB-104C0CBB29B4}"/>
          </ac:spMkLst>
        </pc:spChg>
        <pc:spChg chg="mod">
          <ac:chgData name="Hou, Bowen" userId="cbd36780-c17d-4782-a6cd-6dd8a1dcdc2c" providerId="ADAL" clId="{C9303CD7-D17E-4514-AC6E-4EFA4FDCDEDB}" dt="2025-02-25T19:07:14.128" v="563" actId="164"/>
          <ac:spMkLst>
            <pc:docMk/>
            <pc:sldMk cId="340494126" sldId="257"/>
            <ac:spMk id="462" creationId="{67401212-206A-43E1-21EA-D0D9B73DB353}"/>
          </ac:spMkLst>
        </pc:spChg>
        <pc:spChg chg="mod">
          <ac:chgData name="Hou, Bowen" userId="cbd36780-c17d-4782-a6cd-6dd8a1dcdc2c" providerId="ADAL" clId="{C9303CD7-D17E-4514-AC6E-4EFA4FDCDEDB}" dt="2025-02-25T19:07:14.128" v="563" actId="164"/>
          <ac:spMkLst>
            <pc:docMk/>
            <pc:sldMk cId="340494126" sldId="257"/>
            <ac:spMk id="470" creationId="{1B50F32C-A2A9-EC60-09D7-8D9918C9B028}"/>
          </ac:spMkLst>
        </pc:spChg>
        <pc:spChg chg="del mod">
          <ac:chgData name="Hou, Bowen" userId="cbd36780-c17d-4782-a6cd-6dd8a1dcdc2c" providerId="ADAL" clId="{C9303CD7-D17E-4514-AC6E-4EFA4FDCDEDB}" dt="2025-02-25T14:21:05.705" v="330" actId="478"/>
          <ac:spMkLst>
            <pc:docMk/>
            <pc:sldMk cId="340494126" sldId="257"/>
            <ac:spMk id="485" creationId="{BC2F83A9-5141-BF26-65D0-92315BB8C368}"/>
          </ac:spMkLst>
        </pc:spChg>
        <pc:spChg chg="mod">
          <ac:chgData name="Hou, Bowen" userId="cbd36780-c17d-4782-a6cd-6dd8a1dcdc2c" providerId="ADAL" clId="{C9303CD7-D17E-4514-AC6E-4EFA4FDCDEDB}" dt="2025-02-25T19:05:28.695" v="517" actId="164"/>
          <ac:spMkLst>
            <pc:docMk/>
            <pc:sldMk cId="340494126" sldId="257"/>
            <ac:spMk id="487" creationId="{443B0D9D-97C1-6E09-7CBC-0AF8D7CB9F27}"/>
          </ac:spMkLst>
        </pc:spChg>
        <pc:spChg chg="mod">
          <ac:chgData name="Hou, Bowen" userId="cbd36780-c17d-4782-a6cd-6dd8a1dcdc2c" providerId="ADAL" clId="{C9303CD7-D17E-4514-AC6E-4EFA4FDCDEDB}" dt="2025-02-25T19:06:17.388" v="558" actId="20577"/>
          <ac:spMkLst>
            <pc:docMk/>
            <pc:sldMk cId="340494126" sldId="257"/>
            <ac:spMk id="488" creationId="{9A3A0655-5B26-5C57-6273-41B415B6E1D7}"/>
          </ac:spMkLst>
        </pc:spChg>
        <pc:spChg chg="mod">
          <ac:chgData name="Hou, Bowen" userId="cbd36780-c17d-4782-a6cd-6dd8a1dcdc2c" providerId="ADAL" clId="{C9303CD7-D17E-4514-AC6E-4EFA4FDCDEDB}" dt="2025-02-25T19:05:28.695" v="517" actId="164"/>
          <ac:spMkLst>
            <pc:docMk/>
            <pc:sldMk cId="340494126" sldId="257"/>
            <ac:spMk id="489" creationId="{298B08D8-F17D-AF12-E7AA-380198B08A89}"/>
          </ac:spMkLst>
        </pc:spChg>
        <pc:spChg chg="mod">
          <ac:chgData name="Hou, Bowen" userId="cbd36780-c17d-4782-a6cd-6dd8a1dcdc2c" providerId="ADAL" clId="{C9303CD7-D17E-4514-AC6E-4EFA4FDCDEDB}" dt="2025-02-25T19:05:28.695" v="517" actId="164"/>
          <ac:spMkLst>
            <pc:docMk/>
            <pc:sldMk cId="340494126" sldId="257"/>
            <ac:spMk id="490" creationId="{D342A171-BF50-0ADB-482E-39DFE59D41CE}"/>
          </ac:spMkLst>
        </pc:spChg>
        <pc:spChg chg="mod">
          <ac:chgData name="Hou, Bowen" userId="cbd36780-c17d-4782-a6cd-6dd8a1dcdc2c" providerId="ADAL" clId="{C9303CD7-D17E-4514-AC6E-4EFA4FDCDEDB}" dt="2025-02-25T19:05:28.695" v="517" actId="164"/>
          <ac:spMkLst>
            <pc:docMk/>
            <pc:sldMk cId="340494126" sldId="257"/>
            <ac:spMk id="491" creationId="{DF1C7B09-2C86-954A-401F-348C62F7AD5E}"/>
          </ac:spMkLst>
        </pc:spChg>
        <pc:spChg chg="mod">
          <ac:chgData name="Hou, Bowen" userId="cbd36780-c17d-4782-a6cd-6dd8a1dcdc2c" providerId="ADAL" clId="{C9303CD7-D17E-4514-AC6E-4EFA4FDCDEDB}" dt="2025-02-25T19:05:46.341" v="524" actId="1076"/>
          <ac:spMkLst>
            <pc:docMk/>
            <pc:sldMk cId="340494126" sldId="257"/>
            <ac:spMk id="498" creationId="{802D14E4-9547-DD72-4F69-F2AADB3B94D6}"/>
          </ac:spMkLst>
        </pc:spChg>
        <pc:spChg chg="mod">
          <ac:chgData name="Hou, Bowen" userId="cbd36780-c17d-4782-a6cd-6dd8a1dcdc2c" providerId="ADAL" clId="{C9303CD7-D17E-4514-AC6E-4EFA4FDCDEDB}" dt="2025-02-25T19:05:28.695" v="517" actId="164"/>
          <ac:spMkLst>
            <pc:docMk/>
            <pc:sldMk cId="340494126" sldId="257"/>
            <ac:spMk id="500" creationId="{7B00E5E2-59CA-AD44-63EB-0EF93E21A268}"/>
          </ac:spMkLst>
        </pc:spChg>
        <pc:spChg chg="mod">
          <ac:chgData name="Hou, Bowen" userId="cbd36780-c17d-4782-a6cd-6dd8a1dcdc2c" providerId="ADAL" clId="{C9303CD7-D17E-4514-AC6E-4EFA4FDCDEDB}" dt="2025-02-25T14:08:56.576" v="162" actId="1076"/>
          <ac:spMkLst>
            <pc:docMk/>
            <pc:sldMk cId="340494126" sldId="257"/>
            <ac:spMk id="502" creationId="{D47CD653-6E7C-3623-C375-B31A5CD2D658}"/>
          </ac:spMkLst>
        </pc:spChg>
        <pc:spChg chg="mod">
          <ac:chgData name="Hou, Bowen" userId="cbd36780-c17d-4782-a6cd-6dd8a1dcdc2c" providerId="ADAL" clId="{C9303CD7-D17E-4514-AC6E-4EFA4FDCDEDB}" dt="2025-02-25T19:07:14.128" v="563" actId="164"/>
          <ac:spMkLst>
            <pc:docMk/>
            <pc:sldMk cId="340494126" sldId="257"/>
            <ac:spMk id="506" creationId="{5FE162A5-B544-2FFE-334A-DED267386014}"/>
          </ac:spMkLst>
        </pc:spChg>
        <pc:grpChg chg="mod">
          <ac:chgData name="Hou, Bowen" userId="cbd36780-c17d-4782-a6cd-6dd8a1dcdc2c" providerId="ADAL" clId="{C9303CD7-D17E-4514-AC6E-4EFA4FDCDEDB}" dt="2025-02-25T19:05:51.046" v="528" actId="1035"/>
          <ac:grpSpMkLst>
            <pc:docMk/>
            <pc:sldMk cId="340494126" sldId="257"/>
            <ac:grpSpMk id="2" creationId="{5DB604DC-2545-0741-A64A-583ED78D1080}"/>
          </ac:grpSpMkLst>
        </pc:grpChg>
        <pc:grpChg chg="add mod">
          <ac:chgData name="Hou, Bowen" userId="cbd36780-c17d-4782-a6cd-6dd8a1dcdc2c" providerId="ADAL" clId="{C9303CD7-D17E-4514-AC6E-4EFA4FDCDEDB}" dt="2025-02-25T19:07:15.769" v="564" actId="1076"/>
          <ac:grpSpMkLst>
            <pc:docMk/>
            <pc:sldMk cId="340494126" sldId="257"/>
            <ac:grpSpMk id="7" creationId="{E03D4F3D-4757-B0DC-2371-5D0AC9552521}"/>
          </ac:grpSpMkLst>
        </pc:grpChg>
        <pc:grpChg chg="add mod ord">
          <ac:chgData name="Hou, Bowen" userId="cbd36780-c17d-4782-a6cd-6dd8a1dcdc2c" providerId="ADAL" clId="{C9303CD7-D17E-4514-AC6E-4EFA4FDCDEDB}" dt="2025-02-25T19:05:20.523" v="516" actId="14100"/>
          <ac:grpSpMkLst>
            <pc:docMk/>
            <pc:sldMk cId="340494126" sldId="257"/>
            <ac:grpSpMk id="22" creationId="{8F605EA6-037B-ACD1-FFBE-61F1C0658418}"/>
          </ac:grpSpMkLst>
        </pc:grpChg>
        <pc:grpChg chg="add mod ord">
          <ac:chgData name="Hou, Bowen" userId="cbd36780-c17d-4782-a6cd-6dd8a1dcdc2c" providerId="ADAL" clId="{C9303CD7-D17E-4514-AC6E-4EFA4FDCDEDB}" dt="2025-02-25T14:16:41.049" v="273" actId="14100"/>
          <ac:grpSpMkLst>
            <pc:docMk/>
            <pc:sldMk cId="340494126" sldId="257"/>
            <ac:grpSpMk id="30" creationId="{F8974CDE-A1B4-7342-2987-DF4FE2F5FA55}"/>
          </ac:grpSpMkLst>
        </pc:grpChg>
        <pc:grpChg chg="mod">
          <ac:chgData name="Hou, Bowen" userId="cbd36780-c17d-4782-a6cd-6dd8a1dcdc2c" providerId="ADAL" clId="{C9303CD7-D17E-4514-AC6E-4EFA4FDCDEDB}" dt="2025-02-25T14:17:06.987" v="282" actId="1076"/>
          <ac:grpSpMkLst>
            <pc:docMk/>
            <pc:sldMk cId="340494126" sldId="257"/>
            <ac:grpSpMk id="34" creationId="{2AFA753D-1FC6-DE13-E4B0-858D1870AE05}"/>
          </ac:grpSpMkLst>
        </pc:grpChg>
        <pc:grpChg chg="add mod ord">
          <ac:chgData name="Hou, Bowen" userId="cbd36780-c17d-4782-a6cd-6dd8a1dcdc2c" providerId="ADAL" clId="{C9303CD7-D17E-4514-AC6E-4EFA4FDCDEDB}" dt="2025-02-25T14:18:42.759" v="309" actId="1038"/>
          <ac:grpSpMkLst>
            <pc:docMk/>
            <pc:sldMk cId="340494126" sldId="257"/>
            <ac:grpSpMk id="38" creationId="{9131E101-17B5-25EC-E757-3437C0DABF10}"/>
          </ac:grpSpMkLst>
        </pc:grpChg>
        <pc:grpChg chg="mod">
          <ac:chgData name="Hou, Bowen" userId="cbd36780-c17d-4782-a6cd-6dd8a1dcdc2c" providerId="ADAL" clId="{C9303CD7-D17E-4514-AC6E-4EFA4FDCDEDB}" dt="2025-02-25T14:18:57.710" v="315" actId="1076"/>
          <ac:grpSpMkLst>
            <pc:docMk/>
            <pc:sldMk cId="340494126" sldId="257"/>
            <ac:grpSpMk id="40" creationId="{EC05EBA1-7092-D802-4DD5-6A18700A9E77}"/>
          </ac:grpSpMkLst>
        </pc:grpChg>
        <pc:grpChg chg="add mod ord">
          <ac:chgData name="Hou, Bowen" userId="cbd36780-c17d-4782-a6cd-6dd8a1dcdc2c" providerId="ADAL" clId="{C9303CD7-D17E-4514-AC6E-4EFA4FDCDEDB}" dt="2025-02-25T19:07:14.128" v="563" actId="164"/>
          <ac:grpSpMkLst>
            <pc:docMk/>
            <pc:sldMk cId="340494126" sldId="257"/>
            <ac:grpSpMk id="60" creationId="{85E54C70-7A0F-8EEC-4A71-496BCF2307C0}"/>
          </ac:grpSpMkLst>
        </pc:grpChg>
        <pc:grpChg chg="del mod">
          <ac:chgData name="Hou, Bowen" userId="cbd36780-c17d-4782-a6cd-6dd8a1dcdc2c" providerId="ADAL" clId="{C9303CD7-D17E-4514-AC6E-4EFA4FDCDEDB}" dt="2025-02-25T14:21:03.445" v="329" actId="478"/>
          <ac:grpSpMkLst>
            <pc:docMk/>
            <pc:sldMk cId="340494126" sldId="257"/>
            <ac:grpSpMk id="87" creationId="{8F3F49B6-3DC1-EFA3-574C-39771027856A}"/>
          </ac:grpSpMkLst>
        </pc:grpChg>
        <pc:grpChg chg="del mod">
          <ac:chgData name="Hou, Bowen" userId="cbd36780-c17d-4782-a6cd-6dd8a1dcdc2c" providerId="ADAL" clId="{C9303CD7-D17E-4514-AC6E-4EFA4FDCDEDB}" dt="2025-02-25T14:21:01.788" v="328" actId="478"/>
          <ac:grpSpMkLst>
            <pc:docMk/>
            <pc:sldMk cId="340494126" sldId="257"/>
            <ac:grpSpMk id="197" creationId="{D5AE39B5-5794-80DB-A6A0-7A3BF7664A1A}"/>
          </ac:grpSpMkLst>
        </pc:grpChg>
        <pc:grpChg chg="mod">
          <ac:chgData name="Hou, Bowen" userId="cbd36780-c17d-4782-a6cd-6dd8a1dcdc2c" providerId="ADAL" clId="{C9303CD7-D17E-4514-AC6E-4EFA4FDCDEDB}" dt="2025-02-25T13:56:56.801" v="6" actId="206"/>
          <ac:grpSpMkLst>
            <pc:docMk/>
            <pc:sldMk cId="340494126" sldId="257"/>
            <ac:grpSpMk id="424" creationId="{6F1DC69F-79E6-2D3C-0870-0A1D73D77B1F}"/>
          </ac:grpSpMkLst>
        </pc:grpChg>
        <pc:grpChg chg="mod">
          <ac:chgData name="Hou, Bowen" userId="cbd36780-c17d-4782-a6cd-6dd8a1dcdc2c" providerId="ADAL" clId="{C9303CD7-D17E-4514-AC6E-4EFA4FDCDEDB}" dt="2025-02-25T19:07:14.128" v="563" actId="164"/>
          <ac:grpSpMkLst>
            <pc:docMk/>
            <pc:sldMk cId="340494126" sldId="257"/>
            <ac:grpSpMk id="438" creationId="{AAEF922B-6891-AFA8-D634-6EEDB31C4469}"/>
          </ac:grpSpMkLst>
        </pc:grpChg>
        <pc:cxnChg chg="add mod">
          <ac:chgData name="Hou, Bowen" userId="cbd36780-c17d-4782-a6cd-6dd8a1dcdc2c" providerId="ADAL" clId="{C9303CD7-D17E-4514-AC6E-4EFA4FDCDEDB}" dt="2025-02-25T14:27:30.953" v="424" actId="14100"/>
          <ac:cxnSpMkLst>
            <pc:docMk/>
            <pc:sldMk cId="340494126" sldId="257"/>
            <ac:cxnSpMk id="4" creationId="{DBA78B91-A67A-F8A5-FF22-4103FC6ED99C}"/>
          </ac:cxnSpMkLst>
        </pc:cxnChg>
        <pc:cxnChg chg="add del mod">
          <ac:chgData name="Hou, Bowen" userId="cbd36780-c17d-4782-a6cd-6dd8a1dcdc2c" providerId="ADAL" clId="{C9303CD7-D17E-4514-AC6E-4EFA4FDCDEDB}" dt="2025-02-25T14:16:45.594" v="275" actId="478"/>
          <ac:cxnSpMkLst>
            <pc:docMk/>
            <pc:sldMk cId="340494126" sldId="257"/>
            <ac:cxnSpMk id="32" creationId="{1C1CCD88-E3E7-A545-108F-91B2211765A2}"/>
          </ac:cxnSpMkLst>
        </pc:cxnChg>
        <pc:cxnChg chg="add mod">
          <ac:chgData name="Hou, Bowen" userId="cbd36780-c17d-4782-a6cd-6dd8a1dcdc2c" providerId="ADAL" clId="{C9303CD7-D17E-4514-AC6E-4EFA4FDCDEDB}" dt="2025-02-25T14:27:32.571" v="427" actId="1036"/>
          <ac:cxnSpMkLst>
            <pc:docMk/>
            <pc:sldMk cId="340494126" sldId="257"/>
            <ac:cxnSpMk id="44" creationId="{66731AEF-24A9-3031-50EB-31D78AF2A853}"/>
          </ac:cxnSpMkLst>
        </pc:cxnChg>
        <pc:cxnChg chg="add mod">
          <ac:chgData name="Hou, Bowen" userId="cbd36780-c17d-4782-a6cd-6dd8a1dcdc2c" providerId="ADAL" clId="{C9303CD7-D17E-4514-AC6E-4EFA4FDCDEDB}" dt="2025-02-25T14:27:14.082" v="414" actId="14100"/>
          <ac:cxnSpMkLst>
            <pc:docMk/>
            <pc:sldMk cId="340494126" sldId="257"/>
            <ac:cxnSpMk id="45" creationId="{69B95CF9-B93F-ED3A-A5DB-268D62AF9F8D}"/>
          </ac:cxnSpMkLst>
        </pc:cxnChg>
        <pc:cxnChg chg="mod">
          <ac:chgData name="Hou, Bowen" userId="cbd36780-c17d-4782-a6cd-6dd8a1dcdc2c" providerId="ADAL" clId="{C9303CD7-D17E-4514-AC6E-4EFA4FDCDEDB}" dt="2025-02-25T14:00:44.239" v="52" actId="14100"/>
          <ac:cxnSpMkLst>
            <pc:docMk/>
            <pc:sldMk cId="340494126" sldId="257"/>
            <ac:cxnSpMk id="213" creationId="{FC162882-DE10-8183-2D52-E485B9F3868C}"/>
          </ac:cxnSpMkLst>
        </pc:cxnChg>
        <pc:cxnChg chg="mod">
          <ac:chgData name="Hou, Bowen" userId="cbd36780-c17d-4782-a6cd-6dd8a1dcdc2c" providerId="ADAL" clId="{C9303CD7-D17E-4514-AC6E-4EFA4FDCDEDB}" dt="2025-02-25T14:32:36.684" v="513" actId="1037"/>
          <ac:cxnSpMkLst>
            <pc:docMk/>
            <pc:sldMk cId="340494126" sldId="257"/>
            <ac:cxnSpMk id="392" creationId="{F0C90EF3-F424-E179-C7ED-2348E07B03F4}"/>
          </ac:cxnSpMkLst>
        </pc:cxnChg>
        <pc:cxnChg chg="mod">
          <ac:chgData name="Hou, Bowen" userId="cbd36780-c17d-4782-a6cd-6dd8a1dcdc2c" providerId="ADAL" clId="{C9303CD7-D17E-4514-AC6E-4EFA4FDCDEDB}" dt="2025-02-25T14:31:33.744" v="473" actId="1076"/>
          <ac:cxnSpMkLst>
            <pc:docMk/>
            <pc:sldMk cId="340494126" sldId="257"/>
            <ac:cxnSpMk id="433" creationId="{6735DCFA-0602-6FF5-1E88-7C71D8B173D8}"/>
          </ac:cxnSpMkLst>
        </pc:cxnChg>
        <pc:cxnChg chg="mod">
          <ac:chgData name="Hou, Bowen" userId="cbd36780-c17d-4782-a6cd-6dd8a1dcdc2c" providerId="ADAL" clId="{C9303CD7-D17E-4514-AC6E-4EFA4FDCDEDB}" dt="2025-02-25T14:31:31.270" v="472" actId="1076"/>
          <ac:cxnSpMkLst>
            <pc:docMk/>
            <pc:sldMk cId="340494126" sldId="257"/>
            <ac:cxnSpMk id="439" creationId="{E1952ECE-7367-B7E2-436C-38897E832524}"/>
          </ac:cxnSpMkLst>
        </pc:cxnChg>
        <pc:cxnChg chg="mod">
          <ac:chgData name="Hou, Bowen" userId="cbd36780-c17d-4782-a6cd-6dd8a1dcdc2c" providerId="ADAL" clId="{C9303CD7-D17E-4514-AC6E-4EFA4FDCDEDB}" dt="2025-02-25T14:31:24.221" v="470" actId="1076"/>
          <ac:cxnSpMkLst>
            <pc:docMk/>
            <pc:sldMk cId="340494126" sldId="257"/>
            <ac:cxnSpMk id="452" creationId="{A792E9DD-0246-79FD-B44A-371B65FEBC7A}"/>
          </ac:cxnSpMkLst>
        </pc:cxnChg>
        <pc:cxnChg chg="mod">
          <ac:chgData name="Hou, Bowen" userId="cbd36780-c17d-4782-a6cd-6dd8a1dcdc2c" providerId="ADAL" clId="{C9303CD7-D17E-4514-AC6E-4EFA4FDCDEDB}" dt="2025-02-25T14:02:12.483" v="71" actId="14100"/>
          <ac:cxnSpMkLst>
            <pc:docMk/>
            <pc:sldMk cId="340494126" sldId="257"/>
            <ac:cxnSpMk id="466" creationId="{B4A5F8C0-3029-57DD-5CA9-09D4087CF54C}"/>
          </ac:cxnSpMkLst>
        </pc:cxnChg>
        <pc:cxnChg chg="mod">
          <ac:chgData name="Hou, Bowen" userId="cbd36780-c17d-4782-a6cd-6dd8a1dcdc2c" providerId="ADAL" clId="{C9303CD7-D17E-4514-AC6E-4EFA4FDCDEDB}" dt="2025-02-25T19:07:47.466" v="602" actId="1037"/>
          <ac:cxnSpMkLst>
            <pc:docMk/>
            <pc:sldMk cId="340494126" sldId="257"/>
            <ac:cxnSpMk id="480" creationId="{F2843A54-AFD1-349A-B1E7-95087E871562}"/>
          </ac:cxnSpMkLst>
        </pc:cxnChg>
        <pc:cxnChg chg="del mod">
          <ac:chgData name="Hou, Bowen" userId="cbd36780-c17d-4782-a6cd-6dd8a1dcdc2c" providerId="ADAL" clId="{C9303CD7-D17E-4514-AC6E-4EFA4FDCDEDB}" dt="2025-02-25T14:08:36.400" v="157" actId="478"/>
          <ac:cxnSpMkLst>
            <pc:docMk/>
            <pc:sldMk cId="340494126" sldId="257"/>
            <ac:cxnSpMk id="492" creationId="{826C42A9-65BC-CAB6-DD63-9D0B74DB43DB}"/>
          </ac:cxnSpMkLst>
        </pc:cxnChg>
        <pc:cxnChg chg="mod">
          <ac:chgData name="Hou, Bowen" userId="cbd36780-c17d-4782-a6cd-6dd8a1dcdc2c" providerId="ADAL" clId="{C9303CD7-D17E-4514-AC6E-4EFA4FDCDEDB}" dt="2025-02-25T19:05:43.300" v="523" actId="14100"/>
          <ac:cxnSpMkLst>
            <pc:docMk/>
            <pc:sldMk cId="340494126" sldId="257"/>
            <ac:cxnSpMk id="497" creationId="{3264A474-FBA5-2E2D-C906-79BA6E8634AA}"/>
          </ac:cxnSpMkLst>
        </pc:cxnChg>
        <pc:cxnChg chg="mod">
          <ac:chgData name="Hou, Bowen" userId="cbd36780-c17d-4782-a6cd-6dd8a1dcdc2c" providerId="ADAL" clId="{C9303CD7-D17E-4514-AC6E-4EFA4FDCDEDB}" dt="2025-02-25T14:09:14.235" v="166" actId="14100"/>
          <ac:cxnSpMkLst>
            <pc:docMk/>
            <pc:sldMk cId="340494126" sldId="257"/>
            <ac:cxnSpMk id="503" creationId="{F8668EF5-346B-0AF6-2002-3D31546E643F}"/>
          </ac:cxnSpMkLst>
        </pc:cxnChg>
      </pc:sldChg>
      <pc:sldChg chg="addSp delSp modSp new del mod">
        <pc:chgData name="Hou, Bowen" userId="cbd36780-c17d-4782-a6cd-6dd8a1dcdc2c" providerId="ADAL" clId="{C9303CD7-D17E-4514-AC6E-4EFA4FDCDEDB}" dt="2025-02-25T14:32:57.228" v="514" actId="47"/>
        <pc:sldMkLst>
          <pc:docMk/>
          <pc:sldMk cId="4217307390" sldId="258"/>
        </pc:sldMkLst>
        <pc:spChg chg="del">
          <ac:chgData name="Hou, Bowen" userId="cbd36780-c17d-4782-a6cd-6dd8a1dcdc2c" providerId="ADAL" clId="{C9303CD7-D17E-4514-AC6E-4EFA4FDCDEDB}" dt="2025-02-25T14:03:25.132" v="84" actId="478"/>
          <ac:spMkLst>
            <pc:docMk/>
            <pc:sldMk cId="4217307390" sldId="258"/>
            <ac:spMk id="2" creationId="{7808CDCF-4AC4-3E36-1146-32A47DA4A7F3}"/>
          </ac:spMkLst>
        </pc:spChg>
        <pc:spChg chg="del">
          <ac:chgData name="Hou, Bowen" userId="cbd36780-c17d-4782-a6cd-6dd8a1dcdc2c" providerId="ADAL" clId="{C9303CD7-D17E-4514-AC6E-4EFA4FDCDEDB}" dt="2025-02-25T14:03:25.132" v="84" actId="478"/>
          <ac:spMkLst>
            <pc:docMk/>
            <pc:sldMk cId="4217307390" sldId="258"/>
            <ac:spMk id="3" creationId="{25C2203F-AE9D-A1CA-18BE-1BBF8BBCDE5A}"/>
          </ac:spMkLst>
        </pc:spChg>
        <pc:spChg chg="add mod ord">
          <ac:chgData name="Hou, Bowen" userId="cbd36780-c17d-4782-a6cd-6dd8a1dcdc2c" providerId="ADAL" clId="{C9303CD7-D17E-4514-AC6E-4EFA4FDCDEDB}" dt="2025-02-25T14:09:37.045" v="174" actId="1076"/>
          <ac:spMkLst>
            <pc:docMk/>
            <pc:sldMk cId="4217307390" sldId="258"/>
            <ac:spMk id="4" creationId="{0A17E8BA-BEAB-EE99-BA54-0F10CFCB6161}"/>
          </ac:spMkLst>
        </pc:spChg>
        <pc:spChg chg="add del mod">
          <ac:chgData name="Hou, Bowen" userId="cbd36780-c17d-4782-a6cd-6dd8a1dcdc2c" providerId="ADAL" clId="{C9303CD7-D17E-4514-AC6E-4EFA4FDCDEDB}" dt="2025-02-25T14:06:58.878" v="113" actId="478"/>
          <ac:spMkLst>
            <pc:docMk/>
            <pc:sldMk cId="4217307390" sldId="258"/>
            <ac:spMk id="5" creationId="{9B9C4A32-0E20-CAB4-D1EA-F08A86FEB3F4}"/>
          </ac:spMkLst>
        </pc:spChg>
        <pc:spChg chg="add mod ord">
          <ac:chgData name="Hou, Bowen" userId="cbd36780-c17d-4782-a6cd-6dd8a1dcdc2c" providerId="ADAL" clId="{C9303CD7-D17E-4514-AC6E-4EFA4FDCDEDB}" dt="2025-02-25T14:07:11.445" v="119" actId="164"/>
          <ac:spMkLst>
            <pc:docMk/>
            <pc:sldMk cId="4217307390" sldId="258"/>
            <ac:spMk id="6" creationId="{6F73FFDF-D49C-4590-02B6-65CC37677716}"/>
          </ac:spMkLst>
        </pc:spChg>
        <pc:spChg chg="add mod ord">
          <ac:chgData name="Hou, Bowen" userId="cbd36780-c17d-4782-a6cd-6dd8a1dcdc2c" providerId="ADAL" clId="{C9303CD7-D17E-4514-AC6E-4EFA4FDCDEDB}" dt="2025-02-25T14:09:37.045" v="174" actId="1076"/>
          <ac:spMkLst>
            <pc:docMk/>
            <pc:sldMk cId="4217307390" sldId="258"/>
            <ac:spMk id="7" creationId="{A748ED72-6D00-0755-3E6B-C5684D692283}"/>
          </ac:spMkLst>
        </pc:spChg>
        <pc:spChg chg="add mod">
          <ac:chgData name="Hou, Bowen" userId="cbd36780-c17d-4782-a6cd-6dd8a1dcdc2c" providerId="ADAL" clId="{C9303CD7-D17E-4514-AC6E-4EFA4FDCDEDB}" dt="2025-02-25T14:15:21.094" v="246" actId="207"/>
          <ac:spMkLst>
            <pc:docMk/>
            <pc:sldMk cId="4217307390" sldId="258"/>
            <ac:spMk id="9" creationId="{FD3FBC6B-496F-E7B4-EAF7-B820C4B9E1E5}"/>
          </ac:spMkLst>
        </pc:spChg>
        <pc:spChg chg="add mod ord">
          <ac:chgData name="Hou, Bowen" userId="cbd36780-c17d-4782-a6cd-6dd8a1dcdc2c" providerId="ADAL" clId="{C9303CD7-D17E-4514-AC6E-4EFA4FDCDEDB}" dt="2025-02-25T14:15:28.648" v="251" actId="167"/>
          <ac:spMkLst>
            <pc:docMk/>
            <pc:sldMk cId="4217307390" sldId="258"/>
            <ac:spMk id="10" creationId="{D5F7F35C-B18A-4091-D401-C56315E9DAD5}"/>
          </ac:spMkLst>
        </pc:spChg>
        <pc:spChg chg="add mod">
          <ac:chgData name="Hou, Bowen" userId="cbd36780-c17d-4782-a6cd-6dd8a1dcdc2c" providerId="ADAL" clId="{C9303CD7-D17E-4514-AC6E-4EFA4FDCDEDB}" dt="2025-02-25T14:10:35.266" v="193" actId="1076"/>
          <ac:spMkLst>
            <pc:docMk/>
            <pc:sldMk cId="4217307390" sldId="258"/>
            <ac:spMk id="11" creationId="{CF41E452-6903-FA6B-53C8-E8CDDD9BA523}"/>
          </ac:spMkLst>
        </pc:spChg>
        <pc:spChg chg="add mod ord">
          <ac:chgData name="Hou, Bowen" userId="cbd36780-c17d-4782-a6cd-6dd8a1dcdc2c" providerId="ADAL" clId="{C9303CD7-D17E-4514-AC6E-4EFA4FDCDEDB}" dt="2025-02-25T14:15:33.364" v="252" actId="1036"/>
          <ac:spMkLst>
            <pc:docMk/>
            <pc:sldMk cId="4217307390" sldId="258"/>
            <ac:spMk id="12" creationId="{5AAA92D8-B72D-8F49-DB68-7619F25F981D}"/>
          </ac:spMkLst>
        </pc:spChg>
        <pc:grpChg chg="add mod">
          <ac:chgData name="Hou, Bowen" userId="cbd36780-c17d-4782-a6cd-6dd8a1dcdc2c" providerId="ADAL" clId="{C9303CD7-D17E-4514-AC6E-4EFA4FDCDEDB}" dt="2025-02-25T14:07:15.860" v="121" actId="1076"/>
          <ac:grpSpMkLst>
            <pc:docMk/>
            <pc:sldMk cId="4217307390" sldId="258"/>
            <ac:grpSpMk id="8" creationId="{D4111246-8C3C-6887-0970-962EFB523ED2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1E62-82E9-6090-E39F-A3338AB65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537565-CA04-EE82-B3C5-F852981B8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FDA15-B838-6B5F-31B9-6D4D00C4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6049-C0F2-49D4-8CC1-1C79E76B9D77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B352F-BD2B-CEB0-9F46-0560C991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455A3-718C-9A75-BEF3-5920FCB0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2B3D5-D4BF-4F9D-9065-E7138A0EA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338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F95F6-70D1-9520-71B3-AB684B93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FF89B-116D-8CD8-358C-51BFE5BB1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E6EFE-E829-06B7-7845-CCAE664A8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6049-C0F2-49D4-8CC1-1C79E76B9D77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FF9F4-4DBB-0010-30EF-43B45199E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52B04-8E59-F6FF-E0EA-BFD8AC925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2B3D5-D4BF-4F9D-9065-E7138A0EA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26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A2E4-B3C4-2398-C43D-500B070A8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39239-DF26-DC1B-74EF-4F8062586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8E5B1-CC28-D5D9-3BA6-15F677AE1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6049-C0F2-49D4-8CC1-1C79E76B9D77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0FEF4-7645-DC71-8B58-2225245C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8E0EF-2E24-C943-2363-0BE1B78F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2B3D5-D4BF-4F9D-9065-E7138A0EA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57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4041-7656-BDFC-E750-A40A13EE2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F7010-0CBB-184C-A657-5F72C51F5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4536E-F6F9-684C-DE54-DA7F7189B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BF11D-79E8-9C58-C5C6-7A304B6A3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6049-C0F2-49D4-8CC1-1C79E76B9D77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A81E9-A599-0F78-FEA1-F226B139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7688B-63B0-A5BD-8A29-4332D663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2B3D5-D4BF-4F9D-9065-E7138A0EA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682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BE28-D4E7-81B4-9950-96671E262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B9813-2B69-3826-5C3D-FBCD5B152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DBFEA3-03B7-CD11-753B-82B8DB083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01075-A84B-DA7A-FFDA-AED5EFC61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CE423-E91D-1737-471C-5C3757F48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D696B5-7F41-E1E1-9AA5-DE4D1610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6049-C0F2-49D4-8CC1-1C79E76B9D77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AF8CDF-A9FE-E097-D226-83CAAB4F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A9F116-B07E-23EE-5D77-DA37EA0C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2B3D5-D4BF-4F9D-9065-E7138A0EA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67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E9A2A-9795-6DCD-D830-8EF5CE819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822961-5229-99AC-C666-9F2FE85A1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6049-C0F2-49D4-8CC1-1C79E76B9D77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456D63-BCA1-3CA6-6BF7-E0DA9BA2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CB351-A2B2-D65A-FE7C-8EF486A9F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2B3D5-D4BF-4F9D-9065-E7138A0EA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258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E701B2-6AC7-B106-E615-741B157A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6049-C0F2-49D4-8CC1-1C79E76B9D77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C0936-6744-3CD1-E2E7-58EE775FA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95CBD-FAF1-5757-48A6-B9087D27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2B3D5-D4BF-4F9D-9065-E7138A0EA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993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7EF14-9164-0409-180D-EA7839EC3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822BB-6078-9A67-5E54-A076D652B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AD387-174F-FD0E-4871-F77BAA5B3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B6556-21C3-3D8E-53B4-7B8EFC18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6049-C0F2-49D4-8CC1-1C79E76B9D77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65CBC-55CE-3F9A-7647-B44CE41FB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23EBE-9D6E-B6E8-05DD-47067ACC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2B3D5-D4BF-4F9D-9065-E7138A0EA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900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ECF1-B1F7-4738-E953-B9E943C5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5D10D4-3CE6-5BDC-D3BE-517A537D0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2CFFD-9934-642A-6A44-A1B3DEA9C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73557-B5FA-CBAE-2B37-EC5AD7FB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6049-C0F2-49D4-8CC1-1C79E76B9D77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99043-500A-ADDF-59BF-5E4A9E09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0BCB2-41B3-D90E-AF1C-158E6BC6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2B3D5-D4BF-4F9D-9065-E7138A0EA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877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DE53-0734-F677-9FDE-052AA759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5C323-3C4C-60C6-704D-53EE99ED6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5C3C2-3E83-CA2C-FEB4-C2617433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6049-C0F2-49D4-8CC1-1C79E76B9D77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97B34-590C-E6D1-2C29-0A1AE9E28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8D643-565A-ECAD-147E-466FD1F3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2B3D5-D4BF-4F9D-9065-E7138A0EA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57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4607AB-05F6-F0DA-F4B4-E180EF4472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EF05D-395D-0F9B-9AD5-45823747D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1D0F8-1B61-C299-865B-C2ADBB34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6049-C0F2-49D4-8CC1-1C79E76B9D77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BF06A-EAA1-D76C-1994-35BF4ED3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F0F69-D449-9DE9-4D42-EA2EE02C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2B3D5-D4BF-4F9D-9065-E7138A0EA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39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92244-C285-246D-1BE1-9D9F04981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9B711-A435-D9E6-6D03-2D611A20C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6D21C-D77F-1331-A34C-733EFBF2A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26049-C0F2-49D4-8CC1-1C79E76B9D77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B5F75-CA10-6610-EE29-91B7873AE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227F9-126D-F7E5-3C9F-1EFD9113D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2B3D5-D4BF-4F9D-9065-E7138A0EAA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931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5" Type="http://schemas.openxmlformats.org/officeDocument/2006/relationships/image" Target="../media/image17.png"/><Relationship Id="rId17" Type="http://schemas.openxmlformats.org/officeDocument/2006/relationships/image" Target="../media/image40.png"/><Relationship Id="rId33" Type="http://schemas.openxmlformats.org/officeDocument/2006/relationships/image" Target="../media/image18.png"/><Relationship Id="rId2" Type="http://schemas.openxmlformats.org/officeDocument/2006/relationships/image" Target="../media/image1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24" Type="http://schemas.openxmlformats.org/officeDocument/2006/relationships/image" Target="../media/image7.png"/><Relationship Id="rId32" Type="http://schemas.openxmlformats.org/officeDocument/2006/relationships/image" Target="../media/image14.png"/><Relationship Id="rId5" Type="http://schemas.openxmlformats.org/officeDocument/2006/relationships/image" Target="../media/image4.png"/><Relationship Id="rId23" Type="http://schemas.openxmlformats.org/officeDocument/2006/relationships/image" Target="../media/image16.png"/><Relationship Id="rId28" Type="http://schemas.openxmlformats.org/officeDocument/2006/relationships/image" Target="../media/image10.png"/><Relationship Id="rId31" Type="http://schemas.openxmlformats.org/officeDocument/2006/relationships/image" Target="../media/image13.png"/><Relationship Id="rId4" Type="http://schemas.openxmlformats.org/officeDocument/2006/relationships/image" Target="../media/image3.png"/><Relationship Id="rId22" Type="http://schemas.openxmlformats.org/officeDocument/2006/relationships/image" Target="../media/image15.png"/><Relationship Id="rId27" Type="http://schemas.openxmlformats.org/officeDocument/2006/relationships/image" Target="../media/image9.png"/><Relationship Id="rId30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10.png"/><Relationship Id="rId12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roup 404">
            <a:extLst>
              <a:ext uri="{FF2B5EF4-FFF2-40B4-BE49-F238E27FC236}">
                <a16:creationId xmlns:a16="http://schemas.microsoft.com/office/drawing/2014/main" id="{04375840-4445-180F-3480-1A4A89EE6B7F}"/>
              </a:ext>
            </a:extLst>
          </p:cNvPr>
          <p:cNvGrpSpPr/>
          <p:nvPr/>
        </p:nvGrpSpPr>
        <p:grpSpPr>
          <a:xfrm>
            <a:off x="1782570" y="18164"/>
            <a:ext cx="1445368" cy="3410836"/>
            <a:chOff x="2954272" y="1802807"/>
            <a:chExt cx="1445368" cy="3410836"/>
          </a:xfrm>
        </p:grpSpPr>
        <p:sp>
          <p:nvSpPr>
            <p:cNvPr id="373" name="Rectangle: Rounded Corners 372">
              <a:extLst>
                <a:ext uri="{FF2B5EF4-FFF2-40B4-BE49-F238E27FC236}">
                  <a16:creationId xmlns:a16="http://schemas.microsoft.com/office/drawing/2014/main" id="{83D0137F-2E20-897F-483D-CFEEE8A9269D}"/>
                </a:ext>
              </a:extLst>
            </p:cNvPr>
            <p:cNvSpPr/>
            <p:nvPr/>
          </p:nvSpPr>
          <p:spPr>
            <a:xfrm>
              <a:off x="3134634" y="3453860"/>
              <a:ext cx="1234051" cy="426283"/>
            </a:xfrm>
            <a:prstGeom prst="roundRect">
              <a:avLst/>
            </a:prstGeom>
            <a:solidFill>
              <a:srgbClr val="E1F5D9"/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Many-Body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Decoder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C96BAE67-176B-1200-6CD5-02C5067BF376}"/>
                </a:ext>
              </a:extLst>
            </p:cNvPr>
            <p:cNvCxnSpPr>
              <a:cxnSpLocks/>
              <a:stCxn id="373" idx="0"/>
              <a:endCxn id="378" idx="2"/>
            </p:cNvCxnSpPr>
            <p:nvPr/>
          </p:nvCxnSpPr>
          <p:spPr>
            <a:xfrm flipH="1" flipV="1">
              <a:off x="3749426" y="3137789"/>
              <a:ext cx="2234" cy="3160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EE198653-46FB-6841-79A0-248014381E63}"/>
                </a:ext>
              </a:extLst>
            </p:cNvPr>
            <p:cNvGrpSpPr/>
            <p:nvPr/>
          </p:nvGrpSpPr>
          <p:grpSpPr>
            <a:xfrm>
              <a:off x="3406392" y="3173084"/>
              <a:ext cx="752443" cy="276999"/>
              <a:chOff x="2554973" y="3366444"/>
              <a:chExt cx="752443" cy="276999"/>
            </a:xfrm>
          </p:grpSpPr>
          <p:pic>
            <p:nvPicPr>
              <p:cNvPr id="376" name="Picture 375">
                <a:extLst>
                  <a:ext uri="{FF2B5EF4-FFF2-40B4-BE49-F238E27FC236}">
                    <a16:creationId xmlns:a16="http://schemas.microsoft.com/office/drawing/2014/main" id="{8ADF1106-A16C-F553-5C85-DA398D3008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78834" y="3442140"/>
                <a:ext cx="466725" cy="143853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7" name="TextBox 376">
                    <a:extLst>
                      <a:ext uri="{FF2B5EF4-FFF2-40B4-BE49-F238E27FC236}">
                        <a16:creationId xmlns:a16="http://schemas.microsoft.com/office/drawing/2014/main" id="{EA946F91-CF23-F1D2-76A0-470427D6F18D}"/>
                      </a:ext>
                    </a:extLst>
                  </p:cNvPr>
                  <p:cNvSpPr txBox="1"/>
                  <p:nvPr/>
                </p:nvSpPr>
                <p:spPr>
                  <a:xfrm>
                    <a:off x="2554973" y="3366444"/>
                    <a:ext cx="752443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×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oMath>
                      </m:oMathPara>
                    </a14:m>
                    <a:endParaRPr lang="zh-CN" altLang="en-US" sz="12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377" name="TextBox 376">
                    <a:extLst>
                      <a:ext uri="{FF2B5EF4-FFF2-40B4-BE49-F238E27FC236}">
                        <a16:creationId xmlns:a16="http://schemas.microsoft.com/office/drawing/2014/main" id="{EA946F91-CF23-F1D2-76A0-470427D6F1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54973" y="3366444"/>
                    <a:ext cx="752443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8" name="Rectangle: Rounded Corners 377">
              <a:extLst>
                <a:ext uri="{FF2B5EF4-FFF2-40B4-BE49-F238E27FC236}">
                  <a16:creationId xmlns:a16="http://schemas.microsoft.com/office/drawing/2014/main" id="{7FA910A7-B3E0-7AFA-F5AF-26F0742EA1EE}"/>
                </a:ext>
              </a:extLst>
            </p:cNvPr>
            <p:cNvSpPr/>
            <p:nvPr/>
          </p:nvSpPr>
          <p:spPr>
            <a:xfrm>
              <a:off x="3132400" y="2749656"/>
              <a:ext cx="1234051" cy="388133"/>
            </a:xfrm>
            <a:prstGeom prst="roundRect">
              <a:avLst/>
            </a:prstGeom>
            <a:solidFill>
              <a:srgbClr val="E1F5D9"/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Many-Body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Decoder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79" name="Rectangle: Rounded Corners 378">
              <a:extLst>
                <a:ext uri="{FF2B5EF4-FFF2-40B4-BE49-F238E27FC236}">
                  <a16:creationId xmlns:a16="http://schemas.microsoft.com/office/drawing/2014/main" id="{E6FD305B-4694-C297-5269-98E6444AE78A}"/>
                </a:ext>
              </a:extLst>
            </p:cNvPr>
            <p:cNvSpPr/>
            <p:nvPr/>
          </p:nvSpPr>
          <p:spPr>
            <a:xfrm>
              <a:off x="3137809" y="4188405"/>
              <a:ext cx="1234051" cy="376642"/>
            </a:xfrm>
            <a:prstGeom prst="roundRect">
              <a:avLst/>
            </a:prstGeom>
            <a:solidFill>
              <a:srgbClr val="FCE1E0">
                <a:alpha val="60000"/>
              </a:srgbClr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Embedder &amp;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Basis Assembly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97E1D96A-F27C-CDFB-7AA4-B98AB2552A4C}"/>
                </a:ext>
              </a:extLst>
            </p:cNvPr>
            <p:cNvCxnSpPr>
              <a:cxnSpLocks/>
              <a:endCxn id="379" idx="2"/>
            </p:cNvCxnSpPr>
            <p:nvPr/>
          </p:nvCxnSpPr>
          <p:spPr>
            <a:xfrm flipV="1">
              <a:off x="3754835" y="4565047"/>
              <a:ext cx="0" cy="1279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Arrow Connector 381">
              <a:extLst>
                <a:ext uri="{FF2B5EF4-FFF2-40B4-BE49-F238E27FC236}">
                  <a16:creationId xmlns:a16="http://schemas.microsoft.com/office/drawing/2014/main" id="{6E91BFDC-6FF4-3593-291A-90D107611E46}"/>
                </a:ext>
              </a:extLst>
            </p:cNvPr>
            <p:cNvCxnSpPr>
              <a:cxnSpLocks/>
              <a:stCxn id="379" idx="0"/>
              <a:endCxn id="373" idx="2"/>
            </p:cNvCxnSpPr>
            <p:nvPr/>
          </p:nvCxnSpPr>
          <p:spPr>
            <a:xfrm flipH="1" flipV="1">
              <a:off x="3751660" y="3880143"/>
              <a:ext cx="3175" cy="3082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6A626E0B-30F4-2057-245F-68BE5CB03595}"/>
                </a:ext>
              </a:extLst>
            </p:cNvPr>
            <p:cNvSpPr txBox="1"/>
            <p:nvPr/>
          </p:nvSpPr>
          <p:spPr>
            <a:xfrm>
              <a:off x="3165589" y="4936644"/>
              <a:ext cx="12340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Query States</a:t>
              </a:r>
              <a:endParaRPr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92" name="Straight Arrow Connector 391">
              <a:extLst>
                <a:ext uri="{FF2B5EF4-FFF2-40B4-BE49-F238E27FC236}">
                  <a16:creationId xmlns:a16="http://schemas.microsoft.com/office/drawing/2014/main" id="{F0C90EF3-F424-E179-C7ED-2348E07B03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4441" y="2404839"/>
              <a:ext cx="0" cy="3544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Arrow Connector 395">
              <a:extLst>
                <a:ext uri="{FF2B5EF4-FFF2-40B4-BE49-F238E27FC236}">
                  <a16:creationId xmlns:a16="http://schemas.microsoft.com/office/drawing/2014/main" id="{08898B0F-D15E-013B-1A3E-A3287978893A}"/>
                </a:ext>
              </a:extLst>
            </p:cNvPr>
            <p:cNvCxnSpPr>
              <a:cxnSpLocks/>
              <a:endCxn id="397" idx="2"/>
            </p:cNvCxnSpPr>
            <p:nvPr/>
          </p:nvCxnSpPr>
          <p:spPr>
            <a:xfrm flipV="1">
              <a:off x="3370410" y="2404839"/>
              <a:ext cx="0" cy="3302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7" name="Rectangle: Rounded Corners 396">
              <a:extLst>
                <a:ext uri="{FF2B5EF4-FFF2-40B4-BE49-F238E27FC236}">
                  <a16:creationId xmlns:a16="http://schemas.microsoft.com/office/drawing/2014/main" id="{71154FBF-B145-3CA8-602F-179ACF8684C0}"/>
                </a:ext>
              </a:extLst>
            </p:cNvPr>
            <p:cNvSpPr/>
            <p:nvPr/>
          </p:nvSpPr>
          <p:spPr>
            <a:xfrm>
              <a:off x="2954272" y="2140256"/>
              <a:ext cx="832275" cy="264583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Linear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398" name="Straight Arrow Connector 397">
              <a:extLst>
                <a:ext uri="{FF2B5EF4-FFF2-40B4-BE49-F238E27FC236}">
                  <a16:creationId xmlns:a16="http://schemas.microsoft.com/office/drawing/2014/main" id="{BC8E6F6B-0DED-B720-32AC-066E125040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2441" y="2015832"/>
              <a:ext cx="0" cy="1244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C0175FE5-EEEC-EC26-8C7B-8BFF79C5B3DE}"/>
                </a:ext>
              </a:extLst>
            </p:cNvPr>
            <p:cNvSpPr txBox="1"/>
            <p:nvPr/>
          </p:nvSpPr>
          <p:spPr>
            <a:xfrm>
              <a:off x="3085815" y="1802807"/>
              <a:ext cx="6110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Target</a:t>
              </a:r>
              <a:endParaRPr lang="zh-CN" altLang="en-US" sz="1200" dirty="0"/>
            </a:p>
          </p:txBody>
        </p:sp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44D403D0-1FC5-87D7-34F8-190E7D499046}"/>
              </a:ext>
            </a:extLst>
          </p:cNvPr>
          <p:cNvGrpSpPr/>
          <p:nvPr/>
        </p:nvGrpSpPr>
        <p:grpSpPr>
          <a:xfrm>
            <a:off x="17750" y="965013"/>
            <a:ext cx="2065206" cy="2558013"/>
            <a:chOff x="17750" y="965013"/>
            <a:chExt cx="2065206" cy="2558013"/>
          </a:xfrm>
        </p:grpSpPr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5CD9A01B-A7EE-DE12-A993-866631CA1799}"/>
                </a:ext>
              </a:extLst>
            </p:cNvPr>
            <p:cNvSpPr txBox="1"/>
            <p:nvPr/>
          </p:nvSpPr>
          <p:spPr>
            <a:xfrm>
              <a:off x="17750" y="3061361"/>
              <a:ext cx="2065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Input Ground-State Electronic Properties</a:t>
              </a:r>
              <a:endParaRPr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04" name="Group 403">
              <a:extLst>
                <a:ext uri="{FF2B5EF4-FFF2-40B4-BE49-F238E27FC236}">
                  <a16:creationId xmlns:a16="http://schemas.microsoft.com/office/drawing/2014/main" id="{3937236D-324E-8EA8-ADC7-4222B216D4BA}"/>
                </a:ext>
              </a:extLst>
            </p:cNvPr>
            <p:cNvGrpSpPr/>
            <p:nvPr/>
          </p:nvGrpSpPr>
          <p:grpSpPr>
            <a:xfrm>
              <a:off x="335179" y="965013"/>
              <a:ext cx="1620493" cy="2186988"/>
              <a:chOff x="1506881" y="2749656"/>
              <a:chExt cx="1620493" cy="2186988"/>
            </a:xfrm>
          </p:grpSpPr>
          <p:sp>
            <p:nvSpPr>
              <p:cNvPr id="276" name="Rectangle: Rounded Corners 275">
                <a:extLst>
                  <a:ext uri="{FF2B5EF4-FFF2-40B4-BE49-F238E27FC236}">
                    <a16:creationId xmlns:a16="http://schemas.microsoft.com/office/drawing/2014/main" id="{107C6BC6-8318-4427-3B18-6B3B446F4AEE}"/>
                  </a:ext>
                </a:extLst>
              </p:cNvPr>
              <p:cNvSpPr/>
              <p:nvPr/>
            </p:nvSpPr>
            <p:spPr>
              <a:xfrm>
                <a:off x="1603303" y="4178593"/>
                <a:ext cx="1234051" cy="373345"/>
              </a:xfrm>
              <a:prstGeom prst="roundRect">
                <a:avLst/>
              </a:prstGeom>
              <a:solidFill>
                <a:srgbClr val="FCE1E0">
                  <a:alpha val="60000"/>
                </a:srgbClr>
              </a:solidFill>
              <a:ln>
                <a:solidFill>
                  <a:srgbClr val="39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Embedder &amp;</a:t>
                </a:r>
              </a:p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Basis Assembly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78" name="Straight Arrow Connector 277">
                <a:extLst>
                  <a:ext uri="{FF2B5EF4-FFF2-40B4-BE49-F238E27FC236}">
                    <a16:creationId xmlns:a16="http://schemas.microsoft.com/office/drawing/2014/main" id="{BBAD5C3D-1DB5-1E90-61A7-7355BD0D33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07057" y="4560562"/>
                <a:ext cx="0" cy="1412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9" name="Rectangle: Rounded Corners 278">
                <a:extLst>
                  <a:ext uri="{FF2B5EF4-FFF2-40B4-BE49-F238E27FC236}">
                    <a16:creationId xmlns:a16="http://schemas.microsoft.com/office/drawing/2014/main" id="{574EDFEF-4450-4CB4-44A9-D48615D386B5}"/>
                  </a:ext>
                </a:extLst>
              </p:cNvPr>
              <p:cNvSpPr/>
              <p:nvPr/>
            </p:nvSpPr>
            <p:spPr>
              <a:xfrm>
                <a:off x="1601877" y="3462593"/>
                <a:ext cx="1234051" cy="422963"/>
              </a:xfrm>
              <a:prstGeom prst="roundRect">
                <a:avLst/>
              </a:prstGeom>
              <a:solidFill>
                <a:srgbClr val="F7FEFF"/>
              </a:solidFill>
              <a:ln>
                <a:solidFill>
                  <a:srgbClr val="39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Ground-State</a:t>
                </a:r>
              </a:p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Encoder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3" name="TextBox 302">
                    <a:extLst>
                      <a:ext uri="{FF2B5EF4-FFF2-40B4-BE49-F238E27FC236}">
                        <a16:creationId xmlns:a16="http://schemas.microsoft.com/office/drawing/2014/main" id="{BEEB7131-D278-90ED-E182-0D46B982A4F0}"/>
                      </a:ext>
                    </a:extLst>
                  </p:cNvPr>
                  <p:cNvSpPr txBox="1"/>
                  <p:nvPr/>
                </p:nvSpPr>
                <p:spPr>
                  <a:xfrm>
                    <a:off x="1506881" y="4628867"/>
                    <a:ext cx="1426895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𝑛𝑘</m:t>
                                  </m:r>
                                </m:sub>
                              </m:sSub>
                              <m:r>
                                <a:rPr lang="zh-CN" altLang="en-US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303" name="TextBox 302">
                    <a:extLst>
                      <a:ext uri="{FF2B5EF4-FFF2-40B4-BE49-F238E27FC236}">
                        <a16:creationId xmlns:a16="http://schemas.microsoft.com/office/drawing/2014/main" id="{BEEB7131-D278-90ED-E182-0D46B982A4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6881" y="4628867"/>
                    <a:ext cx="1426895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4274" b="-8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1" name="Rectangle: Rounded Corners 310">
                <a:extLst>
                  <a:ext uri="{FF2B5EF4-FFF2-40B4-BE49-F238E27FC236}">
                    <a16:creationId xmlns:a16="http://schemas.microsoft.com/office/drawing/2014/main" id="{A9A5D1FD-5BF7-732A-6402-8F48EA4196AF}"/>
                  </a:ext>
                </a:extLst>
              </p:cNvPr>
              <p:cNvSpPr/>
              <p:nvPr/>
            </p:nvSpPr>
            <p:spPr>
              <a:xfrm>
                <a:off x="1598863" y="2749656"/>
                <a:ext cx="1234051" cy="388133"/>
              </a:xfrm>
              <a:prstGeom prst="roundRect">
                <a:avLst/>
              </a:prstGeom>
              <a:solidFill>
                <a:srgbClr val="F7FEFF"/>
              </a:solidFill>
              <a:ln>
                <a:solidFill>
                  <a:srgbClr val="39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Ground-State</a:t>
                </a:r>
              </a:p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Encoder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13" name="Straight Arrow Connector 312">
                <a:extLst>
                  <a:ext uri="{FF2B5EF4-FFF2-40B4-BE49-F238E27FC236}">
                    <a16:creationId xmlns:a16="http://schemas.microsoft.com/office/drawing/2014/main" id="{D6231D78-7EF2-B6C5-A4DF-E6FE78D21A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11800" y="3880143"/>
                <a:ext cx="1426" cy="2866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Arrow Connector 327">
                <a:extLst>
                  <a:ext uri="{FF2B5EF4-FFF2-40B4-BE49-F238E27FC236}">
                    <a16:creationId xmlns:a16="http://schemas.microsoft.com/office/drawing/2014/main" id="{34727B9A-1988-6A26-A6D0-581581FE6889}"/>
                  </a:ext>
                </a:extLst>
              </p:cNvPr>
              <p:cNvCxnSpPr>
                <a:cxnSpLocks/>
                <a:stCxn id="279" idx="0"/>
                <a:endCxn id="311" idx="2"/>
              </p:cNvCxnSpPr>
              <p:nvPr/>
            </p:nvCxnSpPr>
            <p:spPr>
              <a:xfrm flipH="1" flipV="1">
                <a:off x="2215889" y="3137789"/>
                <a:ext cx="3014" cy="32480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0" name="Group 349">
                <a:extLst>
                  <a:ext uri="{FF2B5EF4-FFF2-40B4-BE49-F238E27FC236}">
                    <a16:creationId xmlns:a16="http://schemas.microsoft.com/office/drawing/2014/main" id="{CA82C9A9-AE31-C9DC-6036-1069777EFCCE}"/>
                  </a:ext>
                </a:extLst>
              </p:cNvPr>
              <p:cNvGrpSpPr/>
              <p:nvPr/>
            </p:nvGrpSpPr>
            <p:grpSpPr>
              <a:xfrm>
                <a:off x="1873301" y="3172671"/>
                <a:ext cx="752443" cy="276999"/>
                <a:chOff x="2518371" y="3355007"/>
                <a:chExt cx="752443" cy="276999"/>
              </a:xfrm>
            </p:grpSpPr>
            <p:pic>
              <p:nvPicPr>
                <p:cNvPr id="349" name="Picture 348">
                  <a:extLst>
                    <a:ext uri="{FF2B5EF4-FFF2-40B4-BE49-F238E27FC236}">
                      <a16:creationId xmlns:a16="http://schemas.microsoft.com/office/drawing/2014/main" id="{6FB1B4BA-9EA2-A270-410D-539905735D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678834" y="3444390"/>
                  <a:ext cx="466725" cy="143853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26" name="TextBox 325">
                      <a:extLst>
                        <a:ext uri="{FF2B5EF4-FFF2-40B4-BE49-F238E27FC236}">
                          <a16:creationId xmlns:a16="http://schemas.microsoft.com/office/drawing/2014/main" id="{C7B3C6E1-93D0-85C4-A636-6963E9C97B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8371" y="3355007"/>
                      <a:ext cx="752443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×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</m:t>
                            </m:r>
                          </m:oMath>
                        </m:oMathPara>
                      </a14:m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326" name="TextBox 325">
                      <a:extLst>
                        <a:ext uri="{FF2B5EF4-FFF2-40B4-BE49-F238E27FC236}">
                          <a16:creationId xmlns:a16="http://schemas.microsoft.com/office/drawing/2014/main" id="{C7B3C6E1-93D0-85C4-A636-6963E9C97B4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18371" y="3355007"/>
                      <a:ext cx="752443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72" name="Group 371">
                <a:extLst>
                  <a:ext uri="{FF2B5EF4-FFF2-40B4-BE49-F238E27FC236}">
                    <a16:creationId xmlns:a16="http://schemas.microsoft.com/office/drawing/2014/main" id="{802BDA95-E8FC-CB2E-6652-FBB28A340BF8}"/>
                  </a:ext>
                </a:extLst>
              </p:cNvPr>
              <p:cNvGrpSpPr/>
              <p:nvPr/>
            </p:nvGrpSpPr>
            <p:grpSpPr>
              <a:xfrm rot="5400000">
                <a:off x="2540547" y="3164442"/>
                <a:ext cx="876692" cy="296963"/>
                <a:chOff x="3671556" y="3118056"/>
                <a:chExt cx="621935" cy="558829"/>
              </a:xfrm>
            </p:grpSpPr>
            <p:grpSp>
              <p:nvGrpSpPr>
                <p:cNvPr id="370" name="Group 369">
                  <a:extLst>
                    <a:ext uri="{FF2B5EF4-FFF2-40B4-BE49-F238E27FC236}">
                      <a16:creationId xmlns:a16="http://schemas.microsoft.com/office/drawing/2014/main" id="{8FE9330B-B5FA-13B0-112A-2F8E2FC088F4}"/>
                    </a:ext>
                  </a:extLst>
                </p:cNvPr>
                <p:cNvGrpSpPr/>
                <p:nvPr/>
              </p:nvGrpSpPr>
              <p:grpSpPr>
                <a:xfrm>
                  <a:off x="3671556" y="3388370"/>
                  <a:ext cx="621935" cy="288515"/>
                  <a:chOff x="3671556" y="3388370"/>
                  <a:chExt cx="621935" cy="288515"/>
                </a:xfrm>
              </p:grpSpPr>
              <p:cxnSp>
                <p:nvCxnSpPr>
                  <p:cNvPr id="364" name="Straight Connector 363">
                    <a:extLst>
                      <a:ext uri="{FF2B5EF4-FFF2-40B4-BE49-F238E27FC236}">
                        <a16:creationId xmlns:a16="http://schemas.microsoft.com/office/drawing/2014/main" id="{B1AD391A-68EA-1390-0650-D7E1B8984D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71558" y="3398021"/>
                    <a:ext cx="621933" cy="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5" name="Straight Connector 364">
                    <a:extLst>
                      <a:ext uri="{FF2B5EF4-FFF2-40B4-BE49-F238E27FC236}">
                        <a16:creationId xmlns:a16="http://schemas.microsoft.com/office/drawing/2014/main" id="{B7CDDBCB-9377-3540-28C4-79A4D70049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71556" y="3388370"/>
                    <a:ext cx="0" cy="28851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534C91C6-F5EB-E742-3DEC-D3C1FB5629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7027" y="3118056"/>
                  <a:ext cx="0" cy="28851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3" name="Rectangle 107">
                <a:extLst>
                  <a:ext uri="{FF2B5EF4-FFF2-40B4-BE49-F238E27FC236}">
                    <a16:creationId xmlns:a16="http://schemas.microsoft.com/office/drawing/2014/main" id="{91027269-C574-2A36-0E09-1F757DA45F43}"/>
                  </a:ext>
                </a:extLst>
              </p:cNvPr>
              <p:cNvSpPr/>
              <p:nvPr/>
            </p:nvSpPr>
            <p:spPr>
              <a:xfrm rot="5400000">
                <a:off x="2916602" y="3304894"/>
                <a:ext cx="257672" cy="134175"/>
              </a:xfrm>
              <a:custGeom>
                <a:avLst/>
                <a:gdLst>
                  <a:gd name="connsiteX0" fmla="*/ 0 w 1063961"/>
                  <a:gd name="connsiteY0" fmla="*/ 0 h 733578"/>
                  <a:gd name="connsiteX1" fmla="*/ 1063961 w 1063961"/>
                  <a:gd name="connsiteY1" fmla="*/ 0 h 733578"/>
                  <a:gd name="connsiteX2" fmla="*/ 1063961 w 1063961"/>
                  <a:gd name="connsiteY2" fmla="*/ 733578 h 733578"/>
                  <a:gd name="connsiteX3" fmla="*/ 0 w 1063961"/>
                  <a:gd name="connsiteY3" fmla="*/ 733578 h 733578"/>
                  <a:gd name="connsiteX4" fmla="*/ 0 w 1063961"/>
                  <a:gd name="connsiteY4" fmla="*/ 0 h 733578"/>
                  <a:gd name="connsiteX0" fmla="*/ 1063961 w 1063961"/>
                  <a:gd name="connsiteY0" fmla="*/ 0 h 733578"/>
                  <a:gd name="connsiteX1" fmla="*/ 1063961 w 1063961"/>
                  <a:gd name="connsiteY1" fmla="*/ 733578 h 733578"/>
                  <a:gd name="connsiteX2" fmla="*/ 0 w 1063961"/>
                  <a:gd name="connsiteY2" fmla="*/ 733578 h 733578"/>
                  <a:gd name="connsiteX3" fmla="*/ 91440 w 1063961"/>
                  <a:gd name="connsiteY3" fmla="*/ 91440 h 733578"/>
                  <a:gd name="connsiteX0" fmla="*/ 1063961 w 1063961"/>
                  <a:gd name="connsiteY0" fmla="*/ 0 h 733578"/>
                  <a:gd name="connsiteX1" fmla="*/ 1063961 w 1063961"/>
                  <a:gd name="connsiteY1" fmla="*/ 733578 h 733578"/>
                  <a:gd name="connsiteX2" fmla="*/ 0 w 1063961"/>
                  <a:gd name="connsiteY2" fmla="*/ 733578 h 733578"/>
                  <a:gd name="connsiteX3" fmla="*/ 2540 w 1063961"/>
                  <a:gd name="connsiteY3" fmla="*/ 49106 h 733578"/>
                  <a:gd name="connsiteX0" fmla="*/ 1063961 w 1063961"/>
                  <a:gd name="connsiteY0" fmla="*/ 3991 h 737569"/>
                  <a:gd name="connsiteX1" fmla="*/ 1063961 w 1063961"/>
                  <a:gd name="connsiteY1" fmla="*/ 737569 h 737569"/>
                  <a:gd name="connsiteX2" fmla="*/ 0 w 1063961"/>
                  <a:gd name="connsiteY2" fmla="*/ 737569 h 737569"/>
                  <a:gd name="connsiteX3" fmla="*/ 6790 w 1063961"/>
                  <a:gd name="connsiteY3" fmla="*/ 0 h 737569"/>
                  <a:gd name="connsiteX0" fmla="*/ 1063961 w 1063961"/>
                  <a:gd name="connsiteY0" fmla="*/ 2180 h 735758"/>
                  <a:gd name="connsiteX1" fmla="*/ 1063961 w 1063961"/>
                  <a:gd name="connsiteY1" fmla="*/ 735758 h 735758"/>
                  <a:gd name="connsiteX2" fmla="*/ 0 w 1063961"/>
                  <a:gd name="connsiteY2" fmla="*/ 735758 h 735758"/>
                  <a:gd name="connsiteX3" fmla="*/ 415 w 1063961"/>
                  <a:gd name="connsiteY3" fmla="*/ 0 h 735758"/>
                  <a:gd name="connsiteX0" fmla="*/ 1063961 w 1063961"/>
                  <a:gd name="connsiteY0" fmla="*/ 197473 h 931051"/>
                  <a:gd name="connsiteX1" fmla="*/ 1063961 w 1063961"/>
                  <a:gd name="connsiteY1" fmla="*/ 931051 h 931051"/>
                  <a:gd name="connsiteX2" fmla="*/ 0 w 1063961"/>
                  <a:gd name="connsiteY2" fmla="*/ 931051 h 931051"/>
                  <a:gd name="connsiteX3" fmla="*/ 415 w 1063961"/>
                  <a:gd name="connsiteY3" fmla="*/ 0 h 931051"/>
                  <a:gd name="connsiteX0" fmla="*/ 1064986 w 1064986"/>
                  <a:gd name="connsiteY0" fmla="*/ 407377 h 1140955"/>
                  <a:gd name="connsiteX1" fmla="*/ 1064986 w 1064986"/>
                  <a:gd name="connsiteY1" fmla="*/ 1140955 h 1140955"/>
                  <a:gd name="connsiteX2" fmla="*/ 1025 w 1064986"/>
                  <a:gd name="connsiteY2" fmla="*/ 1140955 h 1140955"/>
                  <a:gd name="connsiteX3" fmla="*/ 0 w 1064986"/>
                  <a:gd name="connsiteY3" fmla="*/ 0 h 1140955"/>
                  <a:gd name="connsiteX0" fmla="*/ 1067155 w 1067155"/>
                  <a:gd name="connsiteY0" fmla="*/ -1 h 733577"/>
                  <a:gd name="connsiteX1" fmla="*/ 1067155 w 1067155"/>
                  <a:gd name="connsiteY1" fmla="*/ 733577 h 733577"/>
                  <a:gd name="connsiteX2" fmla="*/ 3194 w 1067155"/>
                  <a:gd name="connsiteY2" fmla="*/ 733577 h 733577"/>
                  <a:gd name="connsiteX3" fmla="*/ 0 w 1067155"/>
                  <a:gd name="connsiteY3" fmla="*/ 84111 h 733577"/>
                  <a:gd name="connsiteX0" fmla="*/ 1067155 w 1067155"/>
                  <a:gd name="connsiteY0" fmla="*/ 8990 h 742568"/>
                  <a:gd name="connsiteX1" fmla="*/ 1067155 w 1067155"/>
                  <a:gd name="connsiteY1" fmla="*/ 742568 h 742568"/>
                  <a:gd name="connsiteX2" fmla="*/ 3194 w 1067155"/>
                  <a:gd name="connsiteY2" fmla="*/ 742568 h 742568"/>
                  <a:gd name="connsiteX3" fmla="*/ 0 w 1067155"/>
                  <a:gd name="connsiteY3" fmla="*/ 0 h 742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7155" h="742568">
                    <a:moveTo>
                      <a:pt x="1067155" y="8990"/>
                    </a:moveTo>
                    <a:lnTo>
                      <a:pt x="1067155" y="742568"/>
                    </a:lnTo>
                    <a:lnTo>
                      <a:pt x="3194" y="742568"/>
                    </a:lnTo>
                    <a:cubicBezTo>
                      <a:pt x="3194" y="498042"/>
                      <a:pt x="0" y="0"/>
                      <a:pt x="0" y="0"/>
                    </a:cubicBezTo>
                  </a:path>
                </a:pathLst>
              </a:custGeom>
              <a:noFill/>
              <a:ln>
                <a:headEnd type="triangle"/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18" name="TextBox 417">
            <a:extLst>
              <a:ext uri="{FF2B5EF4-FFF2-40B4-BE49-F238E27FC236}">
                <a16:creationId xmlns:a16="http://schemas.microsoft.com/office/drawing/2014/main" id="{E01342C6-0B6D-D3CE-6A9B-4AEAC51A7C22}"/>
              </a:ext>
            </a:extLst>
          </p:cNvPr>
          <p:cNvSpPr txBox="1"/>
          <p:nvPr/>
        </p:nvSpPr>
        <p:spPr>
          <a:xfrm>
            <a:off x="231593" y="75699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(a)</a:t>
            </a:r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E0440752-5FD2-DE53-3FBD-451916B4C794}"/>
                  </a:ext>
                </a:extLst>
              </p:cNvPr>
              <p:cNvSpPr txBox="1"/>
              <p:nvPr/>
            </p:nvSpPr>
            <p:spPr>
              <a:xfrm>
                <a:off x="1883337" y="2892366"/>
                <a:ext cx="1426895" cy="376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0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p>
                          </m:sSubSup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0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1400" b="0" i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E0440752-5FD2-DE53-3FBD-451916B4C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337" y="2892366"/>
                <a:ext cx="1426895" cy="376642"/>
              </a:xfrm>
              <a:prstGeom prst="rect">
                <a:avLst/>
              </a:prstGeom>
              <a:blipFill>
                <a:blip r:embed="rId6"/>
                <a:stretch>
                  <a:fillRect r="-3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7" name="TextBox 506">
            <a:extLst>
              <a:ext uri="{FF2B5EF4-FFF2-40B4-BE49-F238E27FC236}">
                <a16:creationId xmlns:a16="http://schemas.microsoft.com/office/drawing/2014/main" id="{3AA4A90A-D383-EFA9-CF64-E947EB1D1704}"/>
              </a:ext>
            </a:extLst>
          </p:cNvPr>
          <p:cNvSpPr txBox="1"/>
          <p:nvPr/>
        </p:nvSpPr>
        <p:spPr>
          <a:xfrm>
            <a:off x="86338" y="3499932"/>
            <a:ext cx="39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(e)</a:t>
            </a:r>
            <a:endParaRPr lang="zh-CN" altLang="en-US" sz="1400" b="1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AFA753D-1FC6-DE13-E4B0-858D1870AE05}"/>
              </a:ext>
            </a:extLst>
          </p:cNvPr>
          <p:cNvGrpSpPr/>
          <p:nvPr/>
        </p:nvGrpSpPr>
        <p:grpSpPr>
          <a:xfrm>
            <a:off x="5392971" y="127250"/>
            <a:ext cx="2463078" cy="4842645"/>
            <a:chOff x="5480772" y="28190"/>
            <a:chExt cx="2463078" cy="484264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8974CDE-A1B4-7342-2987-DF4FE2F5FA55}"/>
                </a:ext>
              </a:extLst>
            </p:cNvPr>
            <p:cNvGrpSpPr/>
            <p:nvPr/>
          </p:nvGrpSpPr>
          <p:grpSpPr>
            <a:xfrm>
              <a:off x="6130915" y="537661"/>
              <a:ext cx="1713578" cy="4000217"/>
              <a:chOff x="12738888" y="2485774"/>
              <a:chExt cx="1713578" cy="3950858"/>
            </a:xfrm>
          </p:grpSpPr>
          <p:sp>
            <p:nvSpPr>
              <p:cNvPr id="27" name="Right Triangle 26">
                <a:extLst>
                  <a:ext uri="{FF2B5EF4-FFF2-40B4-BE49-F238E27FC236}">
                    <a16:creationId xmlns:a16="http://schemas.microsoft.com/office/drawing/2014/main" id="{49CB68EF-E658-120B-E14A-87D5BFD83C0F}"/>
                  </a:ext>
                </a:extLst>
              </p:cNvPr>
              <p:cNvSpPr/>
              <p:nvPr/>
            </p:nvSpPr>
            <p:spPr>
              <a:xfrm rot="10800000">
                <a:off x="13783028" y="2491487"/>
                <a:ext cx="669438" cy="669438"/>
              </a:xfrm>
              <a:prstGeom prst="rtTriangle">
                <a:avLst/>
              </a:prstGeom>
              <a:solidFill>
                <a:srgbClr val="E1F5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Right Triangle 27">
                <a:extLst>
                  <a:ext uri="{FF2B5EF4-FFF2-40B4-BE49-F238E27FC236}">
                    <a16:creationId xmlns:a16="http://schemas.microsoft.com/office/drawing/2014/main" id="{C70B5138-56A8-75CB-BA47-9DB23F841A8C}"/>
                  </a:ext>
                </a:extLst>
              </p:cNvPr>
              <p:cNvSpPr/>
              <p:nvPr/>
            </p:nvSpPr>
            <p:spPr>
              <a:xfrm>
                <a:off x="12739957" y="5763915"/>
                <a:ext cx="669438" cy="669438"/>
              </a:xfrm>
              <a:prstGeom prst="rtTriangle">
                <a:avLst/>
              </a:prstGeom>
              <a:solidFill>
                <a:srgbClr val="E1F5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F9241C23-D731-835C-E63E-C707888B2DED}"/>
                  </a:ext>
                </a:extLst>
              </p:cNvPr>
              <p:cNvSpPr/>
              <p:nvPr/>
            </p:nvSpPr>
            <p:spPr>
              <a:xfrm>
                <a:off x="12738888" y="2485774"/>
                <a:ext cx="1713578" cy="3950858"/>
              </a:xfrm>
              <a:prstGeom prst="roundRect">
                <a:avLst>
                  <a:gd name="adj" fmla="val 2994"/>
                </a:avLst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7B458638-A7D9-9FA1-681B-910D0A71FE13}"/>
                </a:ext>
              </a:extLst>
            </p:cNvPr>
            <p:cNvCxnSpPr>
              <a:cxnSpLocks/>
              <a:stCxn id="199" idx="3"/>
            </p:cNvCxnSpPr>
            <p:nvPr/>
          </p:nvCxnSpPr>
          <p:spPr>
            <a:xfrm>
              <a:off x="7638607" y="3875352"/>
              <a:ext cx="3052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Rectangle: Rounded Corners 198">
              <a:extLst>
                <a:ext uri="{FF2B5EF4-FFF2-40B4-BE49-F238E27FC236}">
                  <a16:creationId xmlns:a16="http://schemas.microsoft.com/office/drawing/2014/main" id="{686A825C-C996-B499-08A9-F457E6BF3558}"/>
                </a:ext>
              </a:extLst>
            </p:cNvPr>
            <p:cNvSpPr/>
            <p:nvPr/>
          </p:nvSpPr>
          <p:spPr>
            <a:xfrm>
              <a:off x="6404556" y="3667396"/>
              <a:ext cx="1234051" cy="415912"/>
            </a:xfrm>
            <a:prstGeom prst="roundRect">
              <a:avLst/>
            </a:prstGeom>
            <a:solidFill>
              <a:srgbClr val="FFECA9"/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Multi-Head Self-Attention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0" name="Rectangle: Rounded Corners 199">
              <a:extLst>
                <a:ext uri="{FF2B5EF4-FFF2-40B4-BE49-F238E27FC236}">
                  <a16:creationId xmlns:a16="http://schemas.microsoft.com/office/drawing/2014/main" id="{DDA9A6CA-080B-992F-571A-D24E86235C88}"/>
                </a:ext>
              </a:extLst>
            </p:cNvPr>
            <p:cNvSpPr/>
            <p:nvPr/>
          </p:nvSpPr>
          <p:spPr>
            <a:xfrm>
              <a:off x="6464547" y="3244421"/>
              <a:ext cx="1105781" cy="264583"/>
            </a:xfrm>
            <a:prstGeom prst="roundRect">
              <a:avLst/>
            </a:prstGeom>
            <a:solidFill>
              <a:srgbClr val="C7E8AC"/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Add &amp; Norm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3" name="Rectangle 107">
              <a:extLst>
                <a:ext uri="{FF2B5EF4-FFF2-40B4-BE49-F238E27FC236}">
                  <a16:creationId xmlns:a16="http://schemas.microsoft.com/office/drawing/2014/main" id="{6CCCE0BD-52A7-75BD-137B-0ABA1A191023}"/>
                </a:ext>
              </a:extLst>
            </p:cNvPr>
            <p:cNvSpPr/>
            <p:nvPr/>
          </p:nvSpPr>
          <p:spPr>
            <a:xfrm rot="16200000">
              <a:off x="6860466" y="3513709"/>
              <a:ext cx="1012979" cy="699033"/>
            </a:xfrm>
            <a:custGeom>
              <a:avLst/>
              <a:gdLst>
                <a:gd name="connsiteX0" fmla="*/ 0 w 1063961"/>
                <a:gd name="connsiteY0" fmla="*/ 0 h 733578"/>
                <a:gd name="connsiteX1" fmla="*/ 1063961 w 1063961"/>
                <a:gd name="connsiteY1" fmla="*/ 0 h 733578"/>
                <a:gd name="connsiteX2" fmla="*/ 1063961 w 1063961"/>
                <a:gd name="connsiteY2" fmla="*/ 733578 h 733578"/>
                <a:gd name="connsiteX3" fmla="*/ 0 w 1063961"/>
                <a:gd name="connsiteY3" fmla="*/ 733578 h 733578"/>
                <a:gd name="connsiteX4" fmla="*/ 0 w 1063961"/>
                <a:gd name="connsiteY4" fmla="*/ 0 h 733578"/>
                <a:gd name="connsiteX0" fmla="*/ 1063961 w 1063961"/>
                <a:gd name="connsiteY0" fmla="*/ 0 h 733578"/>
                <a:gd name="connsiteX1" fmla="*/ 1063961 w 1063961"/>
                <a:gd name="connsiteY1" fmla="*/ 733578 h 733578"/>
                <a:gd name="connsiteX2" fmla="*/ 0 w 1063961"/>
                <a:gd name="connsiteY2" fmla="*/ 733578 h 733578"/>
                <a:gd name="connsiteX3" fmla="*/ 91440 w 1063961"/>
                <a:gd name="connsiteY3" fmla="*/ 91440 h 733578"/>
                <a:gd name="connsiteX0" fmla="*/ 1063961 w 1063961"/>
                <a:gd name="connsiteY0" fmla="*/ 0 h 733578"/>
                <a:gd name="connsiteX1" fmla="*/ 1063961 w 1063961"/>
                <a:gd name="connsiteY1" fmla="*/ 733578 h 733578"/>
                <a:gd name="connsiteX2" fmla="*/ 0 w 1063961"/>
                <a:gd name="connsiteY2" fmla="*/ 733578 h 733578"/>
                <a:gd name="connsiteX3" fmla="*/ 2540 w 1063961"/>
                <a:gd name="connsiteY3" fmla="*/ 49106 h 733578"/>
                <a:gd name="connsiteX0" fmla="*/ 1063961 w 1063961"/>
                <a:gd name="connsiteY0" fmla="*/ 3991 h 737569"/>
                <a:gd name="connsiteX1" fmla="*/ 1063961 w 1063961"/>
                <a:gd name="connsiteY1" fmla="*/ 737569 h 737569"/>
                <a:gd name="connsiteX2" fmla="*/ 0 w 1063961"/>
                <a:gd name="connsiteY2" fmla="*/ 737569 h 737569"/>
                <a:gd name="connsiteX3" fmla="*/ 6790 w 1063961"/>
                <a:gd name="connsiteY3" fmla="*/ 0 h 737569"/>
                <a:gd name="connsiteX0" fmla="*/ 1063961 w 1063961"/>
                <a:gd name="connsiteY0" fmla="*/ 2180 h 735758"/>
                <a:gd name="connsiteX1" fmla="*/ 1063961 w 1063961"/>
                <a:gd name="connsiteY1" fmla="*/ 735758 h 735758"/>
                <a:gd name="connsiteX2" fmla="*/ 0 w 1063961"/>
                <a:gd name="connsiteY2" fmla="*/ 735758 h 735758"/>
                <a:gd name="connsiteX3" fmla="*/ 415 w 1063961"/>
                <a:gd name="connsiteY3" fmla="*/ 0 h 735758"/>
                <a:gd name="connsiteX0" fmla="*/ 1063961 w 1063961"/>
                <a:gd name="connsiteY0" fmla="*/ 197473 h 931051"/>
                <a:gd name="connsiteX1" fmla="*/ 1063961 w 1063961"/>
                <a:gd name="connsiteY1" fmla="*/ 931051 h 931051"/>
                <a:gd name="connsiteX2" fmla="*/ 0 w 1063961"/>
                <a:gd name="connsiteY2" fmla="*/ 931051 h 931051"/>
                <a:gd name="connsiteX3" fmla="*/ 415 w 1063961"/>
                <a:gd name="connsiteY3" fmla="*/ 0 h 931051"/>
                <a:gd name="connsiteX0" fmla="*/ 1064986 w 1064986"/>
                <a:gd name="connsiteY0" fmla="*/ 407377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3186 w 1064986"/>
                <a:gd name="connsiteY0" fmla="*/ 215635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4985 w 1064986"/>
                <a:gd name="connsiteY0" fmla="*/ 923005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1758 w 1064986"/>
                <a:gd name="connsiteY0" fmla="*/ 912641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4986" h="1140955">
                  <a:moveTo>
                    <a:pt x="1061758" y="912641"/>
                  </a:moveTo>
                  <a:cubicBezTo>
                    <a:pt x="1061758" y="985291"/>
                    <a:pt x="1064986" y="1068305"/>
                    <a:pt x="1064986" y="1140955"/>
                  </a:cubicBezTo>
                  <a:lnTo>
                    <a:pt x="1025" y="1140955"/>
                  </a:lnTo>
                  <a:cubicBezTo>
                    <a:pt x="1025" y="896429"/>
                    <a:pt x="0" y="0"/>
                    <a:pt x="0" y="0"/>
                  </a:cubicBezTo>
                </a:path>
              </a:pathLst>
            </a:custGeom>
            <a:noFill/>
            <a:ln>
              <a:head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D649F919-6939-6658-FF3B-33963A645E95}"/>
                </a:ext>
              </a:extLst>
            </p:cNvPr>
            <p:cNvGrpSpPr/>
            <p:nvPr/>
          </p:nvGrpSpPr>
          <p:grpSpPr>
            <a:xfrm>
              <a:off x="6636105" y="4083303"/>
              <a:ext cx="780788" cy="510123"/>
              <a:chOff x="5219935" y="5299684"/>
              <a:chExt cx="780788" cy="430699"/>
            </a:xfrm>
          </p:grpSpPr>
          <p:cxnSp>
            <p:nvCxnSpPr>
              <p:cNvPr id="213" name="Straight Arrow Connector 212">
                <a:extLst>
                  <a:ext uri="{FF2B5EF4-FFF2-40B4-BE49-F238E27FC236}">
                    <a16:creationId xmlns:a16="http://schemas.microsoft.com/office/drawing/2014/main" id="{FC162882-DE10-8183-2D52-E485B9F3868C}"/>
                  </a:ext>
                </a:extLst>
              </p:cNvPr>
              <p:cNvCxnSpPr>
                <a:cxnSpLocks/>
                <a:endCxn id="199" idx="2"/>
              </p:cNvCxnSpPr>
              <p:nvPr/>
            </p:nvCxnSpPr>
            <p:spPr>
              <a:xfrm flipH="1" flipV="1">
                <a:off x="5605412" y="5299684"/>
                <a:ext cx="1119" cy="43069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4" name="Rectangle 107">
                <a:extLst>
                  <a:ext uri="{FF2B5EF4-FFF2-40B4-BE49-F238E27FC236}">
                    <a16:creationId xmlns:a16="http://schemas.microsoft.com/office/drawing/2014/main" id="{DBDD3659-1DBC-F761-1518-3AB3D04383F7}"/>
                  </a:ext>
                </a:extLst>
              </p:cNvPr>
              <p:cNvSpPr/>
              <p:nvPr/>
            </p:nvSpPr>
            <p:spPr>
              <a:xfrm>
                <a:off x="5219935" y="5304263"/>
                <a:ext cx="780788" cy="165584"/>
              </a:xfrm>
              <a:custGeom>
                <a:avLst/>
                <a:gdLst>
                  <a:gd name="connsiteX0" fmla="*/ 0 w 1063961"/>
                  <a:gd name="connsiteY0" fmla="*/ 0 h 733578"/>
                  <a:gd name="connsiteX1" fmla="*/ 1063961 w 1063961"/>
                  <a:gd name="connsiteY1" fmla="*/ 0 h 733578"/>
                  <a:gd name="connsiteX2" fmla="*/ 1063961 w 1063961"/>
                  <a:gd name="connsiteY2" fmla="*/ 733578 h 733578"/>
                  <a:gd name="connsiteX3" fmla="*/ 0 w 1063961"/>
                  <a:gd name="connsiteY3" fmla="*/ 733578 h 733578"/>
                  <a:gd name="connsiteX4" fmla="*/ 0 w 1063961"/>
                  <a:gd name="connsiteY4" fmla="*/ 0 h 733578"/>
                  <a:gd name="connsiteX0" fmla="*/ 1063961 w 1063961"/>
                  <a:gd name="connsiteY0" fmla="*/ 0 h 733578"/>
                  <a:gd name="connsiteX1" fmla="*/ 1063961 w 1063961"/>
                  <a:gd name="connsiteY1" fmla="*/ 733578 h 733578"/>
                  <a:gd name="connsiteX2" fmla="*/ 0 w 1063961"/>
                  <a:gd name="connsiteY2" fmla="*/ 733578 h 733578"/>
                  <a:gd name="connsiteX3" fmla="*/ 91440 w 1063961"/>
                  <a:gd name="connsiteY3" fmla="*/ 91440 h 733578"/>
                  <a:gd name="connsiteX0" fmla="*/ 1063961 w 1063961"/>
                  <a:gd name="connsiteY0" fmla="*/ 0 h 733578"/>
                  <a:gd name="connsiteX1" fmla="*/ 1063961 w 1063961"/>
                  <a:gd name="connsiteY1" fmla="*/ 733578 h 733578"/>
                  <a:gd name="connsiteX2" fmla="*/ 0 w 1063961"/>
                  <a:gd name="connsiteY2" fmla="*/ 733578 h 733578"/>
                  <a:gd name="connsiteX3" fmla="*/ 2540 w 1063961"/>
                  <a:gd name="connsiteY3" fmla="*/ 49106 h 733578"/>
                  <a:gd name="connsiteX0" fmla="*/ 1063961 w 1063961"/>
                  <a:gd name="connsiteY0" fmla="*/ 3991 h 737569"/>
                  <a:gd name="connsiteX1" fmla="*/ 1063961 w 1063961"/>
                  <a:gd name="connsiteY1" fmla="*/ 737569 h 737569"/>
                  <a:gd name="connsiteX2" fmla="*/ 0 w 1063961"/>
                  <a:gd name="connsiteY2" fmla="*/ 737569 h 737569"/>
                  <a:gd name="connsiteX3" fmla="*/ 6790 w 1063961"/>
                  <a:gd name="connsiteY3" fmla="*/ 0 h 737569"/>
                  <a:gd name="connsiteX0" fmla="*/ 1063961 w 1063961"/>
                  <a:gd name="connsiteY0" fmla="*/ 2180 h 735758"/>
                  <a:gd name="connsiteX1" fmla="*/ 1063961 w 1063961"/>
                  <a:gd name="connsiteY1" fmla="*/ 735758 h 735758"/>
                  <a:gd name="connsiteX2" fmla="*/ 0 w 1063961"/>
                  <a:gd name="connsiteY2" fmla="*/ 735758 h 735758"/>
                  <a:gd name="connsiteX3" fmla="*/ 415 w 1063961"/>
                  <a:gd name="connsiteY3" fmla="*/ 0 h 735758"/>
                  <a:gd name="connsiteX0" fmla="*/ 1063961 w 1063961"/>
                  <a:gd name="connsiteY0" fmla="*/ 197473 h 931051"/>
                  <a:gd name="connsiteX1" fmla="*/ 1063961 w 1063961"/>
                  <a:gd name="connsiteY1" fmla="*/ 931051 h 931051"/>
                  <a:gd name="connsiteX2" fmla="*/ 0 w 1063961"/>
                  <a:gd name="connsiteY2" fmla="*/ 931051 h 931051"/>
                  <a:gd name="connsiteX3" fmla="*/ 415 w 1063961"/>
                  <a:gd name="connsiteY3" fmla="*/ 0 h 931051"/>
                  <a:gd name="connsiteX0" fmla="*/ 1064986 w 1064986"/>
                  <a:gd name="connsiteY0" fmla="*/ 407377 h 1140955"/>
                  <a:gd name="connsiteX1" fmla="*/ 1064986 w 1064986"/>
                  <a:gd name="connsiteY1" fmla="*/ 1140955 h 1140955"/>
                  <a:gd name="connsiteX2" fmla="*/ 1025 w 1064986"/>
                  <a:gd name="connsiteY2" fmla="*/ 1140955 h 1140955"/>
                  <a:gd name="connsiteX3" fmla="*/ 0 w 1064986"/>
                  <a:gd name="connsiteY3" fmla="*/ 0 h 1140955"/>
                  <a:gd name="connsiteX0" fmla="*/ 1067155 w 1067155"/>
                  <a:gd name="connsiteY0" fmla="*/ -1 h 733577"/>
                  <a:gd name="connsiteX1" fmla="*/ 1067155 w 1067155"/>
                  <a:gd name="connsiteY1" fmla="*/ 733577 h 733577"/>
                  <a:gd name="connsiteX2" fmla="*/ 3194 w 1067155"/>
                  <a:gd name="connsiteY2" fmla="*/ 733577 h 733577"/>
                  <a:gd name="connsiteX3" fmla="*/ 0 w 1067155"/>
                  <a:gd name="connsiteY3" fmla="*/ 84111 h 733577"/>
                  <a:gd name="connsiteX0" fmla="*/ 1067155 w 1067155"/>
                  <a:gd name="connsiteY0" fmla="*/ 8990 h 742568"/>
                  <a:gd name="connsiteX1" fmla="*/ 1067155 w 1067155"/>
                  <a:gd name="connsiteY1" fmla="*/ 742568 h 742568"/>
                  <a:gd name="connsiteX2" fmla="*/ 3194 w 1067155"/>
                  <a:gd name="connsiteY2" fmla="*/ 742568 h 742568"/>
                  <a:gd name="connsiteX3" fmla="*/ 0 w 1067155"/>
                  <a:gd name="connsiteY3" fmla="*/ 0 h 742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7155" h="742568">
                    <a:moveTo>
                      <a:pt x="1067155" y="8990"/>
                    </a:moveTo>
                    <a:lnTo>
                      <a:pt x="1067155" y="742568"/>
                    </a:lnTo>
                    <a:lnTo>
                      <a:pt x="3194" y="742568"/>
                    </a:lnTo>
                    <a:cubicBezTo>
                      <a:pt x="3194" y="498042"/>
                      <a:pt x="0" y="0"/>
                      <a:pt x="0" y="0"/>
                    </a:cubicBezTo>
                  </a:path>
                </a:pathLst>
              </a:custGeom>
              <a:noFill/>
              <a:ln>
                <a:headEnd type="triangle"/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502A95F8-0D56-5C63-1F9D-D87490D59793}"/>
                </a:ext>
              </a:extLst>
            </p:cNvPr>
            <p:cNvCxnSpPr>
              <a:cxnSpLocks/>
              <a:stCxn id="199" idx="0"/>
              <a:endCxn id="200" idx="2"/>
            </p:cNvCxnSpPr>
            <p:nvPr/>
          </p:nvCxnSpPr>
          <p:spPr>
            <a:xfrm flipH="1" flipV="1">
              <a:off x="7017438" y="3509004"/>
              <a:ext cx="4144" cy="1583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B960276B-FAB9-3501-2064-FB6B5DB0FB4B}"/>
                </a:ext>
              </a:extLst>
            </p:cNvPr>
            <p:cNvSpPr/>
            <p:nvPr/>
          </p:nvSpPr>
          <p:spPr>
            <a:xfrm>
              <a:off x="6383094" y="2509109"/>
              <a:ext cx="1279214" cy="415912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Multi-Head Cross-Attention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8" name="Rectangle: Rounded Corners 207">
              <a:extLst>
                <a:ext uri="{FF2B5EF4-FFF2-40B4-BE49-F238E27FC236}">
                  <a16:creationId xmlns:a16="http://schemas.microsoft.com/office/drawing/2014/main" id="{D11952AC-A4B7-46AB-390E-CD71C7B31B03}"/>
                </a:ext>
              </a:extLst>
            </p:cNvPr>
            <p:cNvSpPr/>
            <p:nvPr/>
          </p:nvSpPr>
          <p:spPr>
            <a:xfrm>
              <a:off x="6472986" y="2086134"/>
              <a:ext cx="1105781" cy="264583"/>
            </a:xfrm>
            <a:prstGeom prst="roundRect">
              <a:avLst/>
            </a:prstGeom>
            <a:solidFill>
              <a:srgbClr val="C7E8AC"/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Add &amp; Norm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9" name="Rectangle 107">
              <a:extLst>
                <a:ext uri="{FF2B5EF4-FFF2-40B4-BE49-F238E27FC236}">
                  <a16:creationId xmlns:a16="http://schemas.microsoft.com/office/drawing/2014/main" id="{5256C934-D13C-1664-852E-DE83E5413285}"/>
                </a:ext>
              </a:extLst>
            </p:cNvPr>
            <p:cNvSpPr/>
            <p:nvPr/>
          </p:nvSpPr>
          <p:spPr>
            <a:xfrm rot="16200000">
              <a:off x="6919075" y="2369025"/>
              <a:ext cx="912642" cy="699033"/>
            </a:xfrm>
            <a:custGeom>
              <a:avLst/>
              <a:gdLst>
                <a:gd name="connsiteX0" fmla="*/ 0 w 1063961"/>
                <a:gd name="connsiteY0" fmla="*/ 0 h 733578"/>
                <a:gd name="connsiteX1" fmla="*/ 1063961 w 1063961"/>
                <a:gd name="connsiteY1" fmla="*/ 0 h 733578"/>
                <a:gd name="connsiteX2" fmla="*/ 1063961 w 1063961"/>
                <a:gd name="connsiteY2" fmla="*/ 733578 h 733578"/>
                <a:gd name="connsiteX3" fmla="*/ 0 w 1063961"/>
                <a:gd name="connsiteY3" fmla="*/ 733578 h 733578"/>
                <a:gd name="connsiteX4" fmla="*/ 0 w 1063961"/>
                <a:gd name="connsiteY4" fmla="*/ 0 h 733578"/>
                <a:gd name="connsiteX0" fmla="*/ 1063961 w 1063961"/>
                <a:gd name="connsiteY0" fmla="*/ 0 h 733578"/>
                <a:gd name="connsiteX1" fmla="*/ 1063961 w 1063961"/>
                <a:gd name="connsiteY1" fmla="*/ 733578 h 733578"/>
                <a:gd name="connsiteX2" fmla="*/ 0 w 1063961"/>
                <a:gd name="connsiteY2" fmla="*/ 733578 h 733578"/>
                <a:gd name="connsiteX3" fmla="*/ 91440 w 1063961"/>
                <a:gd name="connsiteY3" fmla="*/ 91440 h 733578"/>
                <a:gd name="connsiteX0" fmla="*/ 1063961 w 1063961"/>
                <a:gd name="connsiteY0" fmla="*/ 0 h 733578"/>
                <a:gd name="connsiteX1" fmla="*/ 1063961 w 1063961"/>
                <a:gd name="connsiteY1" fmla="*/ 733578 h 733578"/>
                <a:gd name="connsiteX2" fmla="*/ 0 w 1063961"/>
                <a:gd name="connsiteY2" fmla="*/ 733578 h 733578"/>
                <a:gd name="connsiteX3" fmla="*/ 2540 w 1063961"/>
                <a:gd name="connsiteY3" fmla="*/ 49106 h 733578"/>
                <a:gd name="connsiteX0" fmla="*/ 1063961 w 1063961"/>
                <a:gd name="connsiteY0" fmla="*/ 3991 h 737569"/>
                <a:gd name="connsiteX1" fmla="*/ 1063961 w 1063961"/>
                <a:gd name="connsiteY1" fmla="*/ 737569 h 737569"/>
                <a:gd name="connsiteX2" fmla="*/ 0 w 1063961"/>
                <a:gd name="connsiteY2" fmla="*/ 737569 h 737569"/>
                <a:gd name="connsiteX3" fmla="*/ 6790 w 1063961"/>
                <a:gd name="connsiteY3" fmla="*/ 0 h 737569"/>
                <a:gd name="connsiteX0" fmla="*/ 1063961 w 1063961"/>
                <a:gd name="connsiteY0" fmla="*/ 2180 h 735758"/>
                <a:gd name="connsiteX1" fmla="*/ 1063961 w 1063961"/>
                <a:gd name="connsiteY1" fmla="*/ 735758 h 735758"/>
                <a:gd name="connsiteX2" fmla="*/ 0 w 1063961"/>
                <a:gd name="connsiteY2" fmla="*/ 735758 h 735758"/>
                <a:gd name="connsiteX3" fmla="*/ 415 w 1063961"/>
                <a:gd name="connsiteY3" fmla="*/ 0 h 735758"/>
                <a:gd name="connsiteX0" fmla="*/ 1063961 w 1063961"/>
                <a:gd name="connsiteY0" fmla="*/ 197473 h 931051"/>
                <a:gd name="connsiteX1" fmla="*/ 1063961 w 1063961"/>
                <a:gd name="connsiteY1" fmla="*/ 931051 h 931051"/>
                <a:gd name="connsiteX2" fmla="*/ 0 w 1063961"/>
                <a:gd name="connsiteY2" fmla="*/ 931051 h 931051"/>
                <a:gd name="connsiteX3" fmla="*/ 415 w 1063961"/>
                <a:gd name="connsiteY3" fmla="*/ 0 h 931051"/>
                <a:gd name="connsiteX0" fmla="*/ 1064986 w 1064986"/>
                <a:gd name="connsiteY0" fmla="*/ 407377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3186 w 1064986"/>
                <a:gd name="connsiteY0" fmla="*/ 215635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4985 w 1064986"/>
                <a:gd name="connsiteY0" fmla="*/ 923005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1758 w 1064986"/>
                <a:gd name="connsiteY0" fmla="*/ 912641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4986" h="1140955">
                  <a:moveTo>
                    <a:pt x="1061758" y="912641"/>
                  </a:moveTo>
                  <a:cubicBezTo>
                    <a:pt x="1061758" y="985291"/>
                    <a:pt x="1064986" y="1068305"/>
                    <a:pt x="1064986" y="1140955"/>
                  </a:cubicBezTo>
                  <a:lnTo>
                    <a:pt x="1025" y="1140955"/>
                  </a:lnTo>
                  <a:cubicBezTo>
                    <a:pt x="1025" y="896429"/>
                    <a:pt x="0" y="0"/>
                    <a:pt x="0" y="0"/>
                  </a:cubicBezTo>
                </a:path>
              </a:pathLst>
            </a:custGeom>
            <a:noFill/>
            <a:ln>
              <a:head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EB4BE956-65CE-6A95-E6DB-5B5EB58E08CF}"/>
                </a:ext>
              </a:extLst>
            </p:cNvPr>
            <p:cNvCxnSpPr>
              <a:cxnSpLocks/>
              <a:stCxn id="207" idx="0"/>
              <a:endCxn id="208" idx="2"/>
            </p:cNvCxnSpPr>
            <p:nvPr/>
          </p:nvCxnSpPr>
          <p:spPr>
            <a:xfrm flipV="1">
              <a:off x="7022701" y="2350717"/>
              <a:ext cx="3176" cy="1583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D8A7722D-ED58-82A0-008F-23BC1E5AFCF7}"/>
                </a:ext>
              </a:extLst>
            </p:cNvPr>
            <p:cNvCxnSpPr>
              <a:cxnSpLocks/>
              <a:stCxn id="200" idx="0"/>
            </p:cNvCxnSpPr>
            <p:nvPr/>
          </p:nvCxnSpPr>
          <p:spPr>
            <a:xfrm flipV="1">
              <a:off x="7017438" y="3105013"/>
              <a:ext cx="0" cy="13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932E064F-B3D0-20ED-3CFE-F7D118F601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6955" y="2929433"/>
              <a:ext cx="0" cy="1755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2901637A-41EC-3784-541D-08A2E4C423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9495" y="3107153"/>
              <a:ext cx="3597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442D6062-D196-AB41-379E-D6198C91D5A3}"/>
                </a:ext>
              </a:extLst>
            </p:cNvPr>
            <p:cNvGrpSpPr/>
            <p:nvPr/>
          </p:nvGrpSpPr>
          <p:grpSpPr>
            <a:xfrm>
              <a:off x="6082575" y="2916296"/>
              <a:ext cx="922158" cy="134175"/>
              <a:chOff x="4845136" y="3922908"/>
              <a:chExt cx="1128540" cy="134175"/>
            </a:xfrm>
          </p:grpSpPr>
          <p:sp>
            <p:nvSpPr>
              <p:cNvPr id="227" name="Rectangle 107">
                <a:extLst>
                  <a:ext uri="{FF2B5EF4-FFF2-40B4-BE49-F238E27FC236}">
                    <a16:creationId xmlns:a16="http://schemas.microsoft.com/office/drawing/2014/main" id="{8726E3A4-BFCC-D6D0-19B0-3CC4892B0846}"/>
                  </a:ext>
                </a:extLst>
              </p:cNvPr>
              <p:cNvSpPr/>
              <p:nvPr/>
            </p:nvSpPr>
            <p:spPr>
              <a:xfrm>
                <a:off x="5535913" y="3922908"/>
                <a:ext cx="437763" cy="134175"/>
              </a:xfrm>
              <a:custGeom>
                <a:avLst/>
                <a:gdLst>
                  <a:gd name="connsiteX0" fmla="*/ 0 w 1063961"/>
                  <a:gd name="connsiteY0" fmla="*/ 0 h 733578"/>
                  <a:gd name="connsiteX1" fmla="*/ 1063961 w 1063961"/>
                  <a:gd name="connsiteY1" fmla="*/ 0 h 733578"/>
                  <a:gd name="connsiteX2" fmla="*/ 1063961 w 1063961"/>
                  <a:gd name="connsiteY2" fmla="*/ 733578 h 733578"/>
                  <a:gd name="connsiteX3" fmla="*/ 0 w 1063961"/>
                  <a:gd name="connsiteY3" fmla="*/ 733578 h 733578"/>
                  <a:gd name="connsiteX4" fmla="*/ 0 w 1063961"/>
                  <a:gd name="connsiteY4" fmla="*/ 0 h 733578"/>
                  <a:gd name="connsiteX0" fmla="*/ 1063961 w 1063961"/>
                  <a:gd name="connsiteY0" fmla="*/ 0 h 733578"/>
                  <a:gd name="connsiteX1" fmla="*/ 1063961 w 1063961"/>
                  <a:gd name="connsiteY1" fmla="*/ 733578 h 733578"/>
                  <a:gd name="connsiteX2" fmla="*/ 0 w 1063961"/>
                  <a:gd name="connsiteY2" fmla="*/ 733578 h 733578"/>
                  <a:gd name="connsiteX3" fmla="*/ 91440 w 1063961"/>
                  <a:gd name="connsiteY3" fmla="*/ 91440 h 733578"/>
                  <a:gd name="connsiteX0" fmla="*/ 1063961 w 1063961"/>
                  <a:gd name="connsiteY0" fmla="*/ 0 h 733578"/>
                  <a:gd name="connsiteX1" fmla="*/ 1063961 w 1063961"/>
                  <a:gd name="connsiteY1" fmla="*/ 733578 h 733578"/>
                  <a:gd name="connsiteX2" fmla="*/ 0 w 1063961"/>
                  <a:gd name="connsiteY2" fmla="*/ 733578 h 733578"/>
                  <a:gd name="connsiteX3" fmla="*/ 2540 w 1063961"/>
                  <a:gd name="connsiteY3" fmla="*/ 49106 h 733578"/>
                  <a:gd name="connsiteX0" fmla="*/ 1063961 w 1063961"/>
                  <a:gd name="connsiteY0" fmla="*/ 3991 h 737569"/>
                  <a:gd name="connsiteX1" fmla="*/ 1063961 w 1063961"/>
                  <a:gd name="connsiteY1" fmla="*/ 737569 h 737569"/>
                  <a:gd name="connsiteX2" fmla="*/ 0 w 1063961"/>
                  <a:gd name="connsiteY2" fmla="*/ 737569 h 737569"/>
                  <a:gd name="connsiteX3" fmla="*/ 6790 w 1063961"/>
                  <a:gd name="connsiteY3" fmla="*/ 0 h 737569"/>
                  <a:gd name="connsiteX0" fmla="*/ 1063961 w 1063961"/>
                  <a:gd name="connsiteY0" fmla="*/ 2180 h 735758"/>
                  <a:gd name="connsiteX1" fmla="*/ 1063961 w 1063961"/>
                  <a:gd name="connsiteY1" fmla="*/ 735758 h 735758"/>
                  <a:gd name="connsiteX2" fmla="*/ 0 w 1063961"/>
                  <a:gd name="connsiteY2" fmla="*/ 735758 h 735758"/>
                  <a:gd name="connsiteX3" fmla="*/ 415 w 1063961"/>
                  <a:gd name="connsiteY3" fmla="*/ 0 h 735758"/>
                  <a:gd name="connsiteX0" fmla="*/ 1063961 w 1063961"/>
                  <a:gd name="connsiteY0" fmla="*/ 197473 h 931051"/>
                  <a:gd name="connsiteX1" fmla="*/ 1063961 w 1063961"/>
                  <a:gd name="connsiteY1" fmla="*/ 931051 h 931051"/>
                  <a:gd name="connsiteX2" fmla="*/ 0 w 1063961"/>
                  <a:gd name="connsiteY2" fmla="*/ 931051 h 931051"/>
                  <a:gd name="connsiteX3" fmla="*/ 415 w 1063961"/>
                  <a:gd name="connsiteY3" fmla="*/ 0 h 931051"/>
                  <a:gd name="connsiteX0" fmla="*/ 1064986 w 1064986"/>
                  <a:gd name="connsiteY0" fmla="*/ 407377 h 1140955"/>
                  <a:gd name="connsiteX1" fmla="*/ 1064986 w 1064986"/>
                  <a:gd name="connsiteY1" fmla="*/ 1140955 h 1140955"/>
                  <a:gd name="connsiteX2" fmla="*/ 1025 w 1064986"/>
                  <a:gd name="connsiteY2" fmla="*/ 1140955 h 1140955"/>
                  <a:gd name="connsiteX3" fmla="*/ 0 w 1064986"/>
                  <a:gd name="connsiteY3" fmla="*/ 0 h 1140955"/>
                  <a:gd name="connsiteX0" fmla="*/ 1067155 w 1067155"/>
                  <a:gd name="connsiteY0" fmla="*/ -1 h 733577"/>
                  <a:gd name="connsiteX1" fmla="*/ 1067155 w 1067155"/>
                  <a:gd name="connsiteY1" fmla="*/ 733577 h 733577"/>
                  <a:gd name="connsiteX2" fmla="*/ 3194 w 1067155"/>
                  <a:gd name="connsiteY2" fmla="*/ 733577 h 733577"/>
                  <a:gd name="connsiteX3" fmla="*/ 0 w 1067155"/>
                  <a:gd name="connsiteY3" fmla="*/ 84111 h 733577"/>
                  <a:gd name="connsiteX0" fmla="*/ 1067155 w 1067155"/>
                  <a:gd name="connsiteY0" fmla="*/ 8990 h 742568"/>
                  <a:gd name="connsiteX1" fmla="*/ 1067155 w 1067155"/>
                  <a:gd name="connsiteY1" fmla="*/ 742568 h 742568"/>
                  <a:gd name="connsiteX2" fmla="*/ 3194 w 1067155"/>
                  <a:gd name="connsiteY2" fmla="*/ 742568 h 742568"/>
                  <a:gd name="connsiteX3" fmla="*/ 0 w 1067155"/>
                  <a:gd name="connsiteY3" fmla="*/ 0 h 742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7155" h="742568">
                    <a:moveTo>
                      <a:pt x="1067155" y="8990"/>
                    </a:moveTo>
                    <a:lnTo>
                      <a:pt x="1067155" y="742568"/>
                    </a:lnTo>
                    <a:lnTo>
                      <a:pt x="3194" y="742568"/>
                    </a:lnTo>
                    <a:cubicBezTo>
                      <a:pt x="3194" y="498042"/>
                      <a:pt x="0" y="0"/>
                      <a:pt x="0" y="0"/>
                    </a:cubicBezTo>
                  </a:path>
                </a:pathLst>
              </a:custGeom>
              <a:noFill/>
              <a:ln>
                <a:headEnd type="triangle"/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289AF0CE-DB4F-C997-ABFC-2A36560EE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5136" y="4056553"/>
                <a:ext cx="761124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2" name="Rectangle: Rounded Corners 251">
              <a:extLst>
                <a:ext uri="{FF2B5EF4-FFF2-40B4-BE49-F238E27FC236}">
                  <a16:creationId xmlns:a16="http://schemas.microsoft.com/office/drawing/2014/main" id="{AB3D5EFD-F830-80A3-A619-DE8D0D125F99}"/>
                </a:ext>
              </a:extLst>
            </p:cNvPr>
            <p:cNvSpPr/>
            <p:nvPr/>
          </p:nvSpPr>
          <p:spPr>
            <a:xfrm>
              <a:off x="6404556" y="1412478"/>
              <a:ext cx="1234051" cy="415912"/>
            </a:xfrm>
            <a:prstGeom prst="roundRect">
              <a:avLst/>
            </a:prstGeom>
            <a:solidFill>
              <a:srgbClr val="C2E8F7"/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Feed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Forward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53" name="Rectangle: Rounded Corners 252">
              <a:extLst>
                <a:ext uri="{FF2B5EF4-FFF2-40B4-BE49-F238E27FC236}">
                  <a16:creationId xmlns:a16="http://schemas.microsoft.com/office/drawing/2014/main" id="{92320143-ABD8-45CE-CAFF-CDC81B07F37D}"/>
                </a:ext>
              </a:extLst>
            </p:cNvPr>
            <p:cNvSpPr/>
            <p:nvPr/>
          </p:nvSpPr>
          <p:spPr>
            <a:xfrm>
              <a:off x="6464547" y="989503"/>
              <a:ext cx="1105781" cy="264583"/>
            </a:xfrm>
            <a:prstGeom prst="roundRect">
              <a:avLst/>
            </a:prstGeom>
            <a:solidFill>
              <a:srgbClr val="C7E8AC"/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Add &amp; Norm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54" name="Rectangle 107">
              <a:extLst>
                <a:ext uri="{FF2B5EF4-FFF2-40B4-BE49-F238E27FC236}">
                  <a16:creationId xmlns:a16="http://schemas.microsoft.com/office/drawing/2014/main" id="{B1AD85E8-F85E-21E1-FA50-09C4BACD9ED7}"/>
                </a:ext>
              </a:extLst>
            </p:cNvPr>
            <p:cNvSpPr/>
            <p:nvPr/>
          </p:nvSpPr>
          <p:spPr>
            <a:xfrm rot="16200000">
              <a:off x="6931632" y="1187624"/>
              <a:ext cx="870648" cy="699033"/>
            </a:xfrm>
            <a:custGeom>
              <a:avLst/>
              <a:gdLst>
                <a:gd name="connsiteX0" fmla="*/ 0 w 1063961"/>
                <a:gd name="connsiteY0" fmla="*/ 0 h 733578"/>
                <a:gd name="connsiteX1" fmla="*/ 1063961 w 1063961"/>
                <a:gd name="connsiteY1" fmla="*/ 0 h 733578"/>
                <a:gd name="connsiteX2" fmla="*/ 1063961 w 1063961"/>
                <a:gd name="connsiteY2" fmla="*/ 733578 h 733578"/>
                <a:gd name="connsiteX3" fmla="*/ 0 w 1063961"/>
                <a:gd name="connsiteY3" fmla="*/ 733578 h 733578"/>
                <a:gd name="connsiteX4" fmla="*/ 0 w 1063961"/>
                <a:gd name="connsiteY4" fmla="*/ 0 h 733578"/>
                <a:gd name="connsiteX0" fmla="*/ 1063961 w 1063961"/>
                <a:gd name="connsiteY0" fmla="*/ 0 h 733578"/>
                <a:gd name="connsiteX1" fmla="*/ 1063961 w 1063961"/>
                <a:gd name="connsiteY1" fmla="*/ 733578 h 733578"/>
                <a:gd name="connsiteX2" fmla="*/ 0 w 1063961"/>
                <a:gd name="connsiteY2" fmla="*/ 733578 h 733578"/>
                <a:gd name="connsiteX3" fmla="*/ 91440 w 1063961"/>
                <a:gd name="connsiteY3" fmla="*/ 91440 h 733578"/>
                <a:gd name="connsiteX0" fmla="*/ 1063961 w 1063961"/>
                <a:gd name="connsiteY0" fmla="*/ 0 h 733578"/>
                <a:gd name="connsiteX1" fmla="*/ 1063961 w 1063961"/>
                <a:gd name="connsiteY1" fmla="*/ 733578 h 733578"/>
                <a:gd name="connsiteX2" fmla="*/ 0 w 1063961"/>
                <a:gd name="connsiteY2" fmla="*/ 733578 h 733578"/>
                <a:gd name="connsiteX3" fmla="*/ 2540 w 1063961"/>
                <a:gd name="connsiteY3" fmla="*/ 49106 h 733578"/>
                <a:gd name="connsiteX0" fmla="*/ 1063961 w 1063961"/>
                <a:gd name="connsiteY0" fmla="*/ 3991 h 737569"/>
                <a:gd name="connsiteX1" fmla="*/ 1063961 w 1063961"/>
                <a:gd name="connsiteY1" fmla="*/ 737569 h 737569"/>
                <a:gd name="connsiteX2" fmla="*/ 0 w 1063961"/>
                <a:gd name="connsiteY2" fmla="*/ 737569 h 737569"/>
                <a:gd name="connsiteX3" fmla="*/ 6790 w 1063961"/>
                <a:gd name="connsiteY3" fmla="*/ 0 h 737569"/>
                <a:gd name="connsiteX0" fmla="*/ 1063961 w 1063961"/>
                <a:gd name="connsiteY0" fmla="*/ 2180 h 735758"/>
                <a:gd name="connsiteX1" fmla="*/ 1063961 w 1063961"/>
                <a:gd name="connsiteY1" fmla="*/ 735758 h 735758"/>
                <a:gd name="connsiteX2" fmla="*/ 0 w 1063961"/>
                <a:gd name="connsiteY2" fmla="*/ 735758 h 735758"/>
                <a:gd name="connsiteX3" fmla="*/ 415 w 1063961"/>
                <a:gd name="connsiteY3" fmla="*/ 0 h 735758"/>
                <a:gd name="connsiteX0" fmla="*/ 1063961 w 1063961"/>
                <a:gd name="connsiteY0" fmla="*/ 197473 h 931051"/>
                <a:gd name="connsiteX1" fmla="*/ 1063961 w 1063961"/>
                <a:gd name="connsiteY1" fmla="*/ 931051 h 931051"/>
                <a:gd name="connsiteX2" fmla="*/ 0 w 1063961"/>
                <a:gd name="connsiteY2" fmla="*/ 931051 h 931051"/>
                <a:gd name="connsiteX3" fmla="*/ 415 w 1063961"/>
                <a:gd name="connsiteY3" fmla="*/ 0 h 931051"/>
                <a:gd name="connsiteX0" fmla="*/ 1064986 w 1064986"/>
                <a:gd name="connsiteY0" fmla="*/ 407377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3186 w 1064986"/>
                <a:gd name="connsiteY0" fmla="*/ 215635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4985 w 1064986"/>
                <a:gd name="connsiteY0" fmla="*/ 923005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1758 w 1064986"/>
                <a:gd name="connsiteY0" fmla="*/ 912641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4986" h="1140955">
                  <a:moveTo>
                    <a:pt x="1061758" y="912641"/>
                  </a:moveTo>
                  <a:cubicBezTo>
                    <a:pt x="1061758" y="985291"/>
                    <a:pt x="1064986" y="1068305"/>
                    <a:pt x="1064986" y="1140955"/>
                  </a:cubicBezTo>
                  <a:lnTo>
                    <a:pt x="1025" y="1140955"/>
                  </a:lnTo>
                  <a:cubicBezTo>
                    <a:pt x="1025" y="896429"/>
                    <a:pt x="0" y="0"/>
                    <a:pt x="0" y="0"/>
                  </a:cubicBezTo>
                </a:path>
              </a:pathLst>
            </a:custGeom>
            <a:noFill/>
            <a:ln>
              <a:head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BC6EBB0C-C2D3-A1F8-67B1-D6CA0EFFA412}"/>
                </a:ext>
              </a:extLst>
            </p:cNvPr>
            <p:cNvCxnSpPr>
              <a:cxnSpLocks/>
              <a:stCxn id="252" idx="0"/>
              <a:endCxn id="253" idx="2"/>
            </p:cNvCxnSpPr>
            <p:nvPr/>
          </p:nvCxnSpPr>
          <p:spPr>
            <a:xfrm flipH="1" flipV="1">
              <a:off x="7017438" y="1254086"/>
              <a:ext cx="4144" cy="1583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E234B720-B70C-B564-FE1F-219CEF00EF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8999" y="1825907"/>
              <a:ext cx="0" cy="258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>
              <a:extLst>
                <a:ext uri="{FF2B5EF4-FFF2-40B4-BE49-F238E27FC236}">
                  <a16:creationId xmlns:a16="http://schemas.microsoft.com/office/drawing/2014/main" id="{B2B9ED05-F75E-FE93-9B02-6B60EF9F6B7A}"/>
                </a:ext>
              </a:extLst>
            </p:cNvPr>
            <p:cNvCxnSpPr>
              <a:cxnSpLocks/>
              <a:stCxn id="253" idx="0"/>
            </p:cNvCxnSpPr>
            <p:nvPr/>
          </p:nvCxnSpPr>
          <p:spPr>
            <a:xfrm flipV="1">
              <a:off x="7017438" y="419154"/>
              <a:ext cx="6851" cy="5703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C5ADBB9E-DE78-E072-1E71-726C7DC6E23F}"/>
                    </a:ext>
                  </a:extLst>
                </p:cNvPr>
                <p:cNvSpPr txBox="1"/>
                <p:nvPr/>
              </p:nvSpPr>
              <p:spPr>
                <a:xfrm>
                  <a:off x="5480772" y="2861773"/>
                  <a:ext cx="698012" cy="3133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𝑒𝑛𝑐</m:t>
                            </m:r>
                          </m:sup>
                        </m:sSubSup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C5ADBB9E-DE78-E072-1E71-726C7DC6E2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772" y="2861773"/>
                  <a:ext cx="698012" cy="313356"/>
                </a:xfrm>
                <a:prstGeom prst="rect">
                  <a:avLst/>
                </a:prstGeom>
                <a:blipFill>
                  <a:blip r:embed="rId7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" name="TextBox 306">
                  <a:extLst>
                    <a:ext uri="{FF2B5EF4-FFF2-40B4-BE49-F238E27FC236}">
                      <a16:creationId xmlns:a16="http://schemas.microsoft.com/office/drawing/2014/main" id="{A3A13788-2085-9C29-8380-422A22CF4151}"/>
                    </a:ext>
                  </a:extLst>
                </p:cNvPr>
                <p:cNvSpPr txBox="1"/>
                <p:nvPr/>
              </p:nvSpPr>
              <p:spPr>
                <a:xfrm>
                  <a:off x="6762486" y="4545810"/>
                  <a:ext cx="523605" cy="3250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07" name="TextBox 306">
                  <a:extLst>
                    <a:ext uri="{FF2B5EF4-FFF2-40B4-BE49-F238E27FC236}">
                      <a16:creationId xmlns:a16="http://schemas.microsoft.com/office/drawing/2014/main" id="{A3A13788-2085-9C29-8380-422A22CF41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2486" y="4545810"/>
                  <a:ext cx="523605" cy="325025"/>
                </a:xfrm>
                <a:prstGeom prst="rect">
                  <a:avLst/>
                </a:prstGeom>
                <a:blipFill>
                  <a:blip r:embed="rId22"/>
                  <a:stretch>
                    <a:fillRect b="-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8" name="TextBox 307">
                  <a:extLst>
                    <a:ext uri="{FF2B5EF4-FFF2-40B4-BE49-F238E27FC236}">
                      <a16:creationId xmlns:a16="http://schemas.microsoft.com/office/drawing/2014/main" id="{4A9CCC1C-E844-9E52-5C10-825EEB69372F}"/>
                    </a:ext>
                  </a:extLst>
                </p:cNvPr>
                <p:cNvSpPr txBox="1"/>
                <p:nvPr/>
              </p:nvSpPr>
              <p:spPr>
                <a:xfrm>
                  <a:off x="6734225" y="101190"/>
                  <a:ext cx="693523" cy="3250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08" name="TextBox 307">
                  <a:extLst>
                    <a:ext uri="{FF2B5EF4-FFF2-40B4-BE49-F238E27FC236}">
                      <a16:creationId xmlns:a16="http://schemas.microsoft.com/office/drawing/2014/main" id="{4A9CCC1C-E844-9E52-5C10-825EEB6937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4225" y="101190"/>
                  <a:ext cx="693523" cy="325025"/>
                </a:xfrm>
                <a:prstGeom prst="rect">
                  <a:avLst/>
                </a:prstGeom>
                <a:blipFill>
                  <a:blip r:embed="rId23"/>
                  <a:stretch>
                    <a:fillRect b="-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1" name="TextBox 420">
              <a:extLst>
                <a:ext uri="{FF2B5EF4-FFF2-40B4-BE49-F238E27FC236}">
                  <a16:creationId xmlns:a16="http://schemas.microsoft.com/office/drawing/2014/main" id="{6649FCD7-9A6D-1A9F-574D-0C24586DCA3E}"/>
                </a:ext>
              </a:extLst>
            </p:cNvPr>
            <p:cNvSpPr txBox="1"/>
            <p:nvPr/>
          </p:nvSpPr>
          <p:spPr>
            <a:xfrm>
              <a:off x="5842338" y="28190"/>
              <a:ext cx="3962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(c)</a:t>
              </a:r>
              <a:endParaRPr lang="zh-CN" altLang="en-US" sz="14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6B16A13-D7E1-16FD-62B5-E30A64E3D52E}"/>
                </a:ext>
              </a:extLst>
            </p:cNvPr>
            <p:cNvSpPr txBox="1"/>
            <p:nvPr/>
          </p:nvSpPr>
          <p:spPr>
            <a:xfrm>
              <a:off x="5968872" y="506268"/>
              <a:ext cx="1220519" cy="461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Many-Body Decoder</a:t>
              </a:r>
              <a:endPara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05EBA1-7092-D802-4DD5-6A18700A9E77}"/>
              </a:ext>
            </a:extLst>
          </p:cNvPr>
          <p:cNvGrpSpPr/>
          <p:nvPr/>
        </p:nvGrpSpPr>
        <p:grpSpPr>
          <a:xfrm>
            <a:off x="3693232" y="105665"/>
            <a:ext cx="1793081" cy="3442038"/>
            <a:chOff x="3518750" y="66881"/>
            <a:chExt cx="1793081" cy="3442038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131E101-17B5-25EC-E757-3437C0DABF10}"/>
                </a:ext>
              </a:extLst>
            </p:cNvPr>
            <p:cNvGrpSpPr/>
            <p:nvPr/>
          </p:nvGrpSpPr>
          <p:grpSpPr>
            <a:xfrm>
              <a:off x="3692940" y="537830"/>
              <a:ext cx="1618891" cy="2662324"/>
              <a:chOff x="11283332" y="3821393"/>
              <a:chExt cx="1618891" cy="2662324"/>
            </a:xfrm>
          </p:grpSpPr>
          <p:sp>
            <p:nvSpPr>
              <p:cNvPr id="36" name="Right Triangle 35">
                <a:extLst>
                  <a:ext uri="{FF2B5EF4-FFF2-40B4-BE49-F238E27FC236}">
                    <a16:creationId xmlns:a16="http://schemas.microsoft.com/office/drawing/2014/main" id="{FC7B431A-C81C-E64F-B163-5DF2682C0AAC}"/>
                  </a:ext>
                </a:extLst>
              </p:cNvPr>
              <p:cNvSpPr/>
              <p:nvPr/>
            </p:nvSpPr>
            <p:spPr>
              <a:xfrm rot="10800000">
                <a:off x="12232785" y="3836600"/>
                <a:ext cx="669438" cy="669438"/>
              </a:xfrm>
              <a:prstGeom prst="rtTriangl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Right Triangle 36">
                <a:extLst>
                  <a:ext uri="{FF2B5EF4-FFF2-40B4-BE49-F238E27FC236}">
                    <a16:creationId xmlns:a16="http://schemas.microsoft.com/office/drawing/2014/main" id="{CDC1976C-14B2-DD40-04C8-F8B8462B5966}"/>
                  </a:ext>
                </a:extLst>
              </p:cNvPr>
              <p:cNvSpPr/>
              <p:nvPr/>
            </p:nvSpPr>
            <p:spPr>
              <a:xfrm>
                <a:off x="11283332" y="5814279"/>
                <a:ext cx="669438" cy="669438"/>
              </a:xfrm>
              <a:prstGeom prst="rtTriangle">
                <a:avLst/>
              </a:prstGeom>
              <a:solidFill>
                <a:srgbClr val="CAEEF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2406D75E-A410-83A9-7C65-2CAC3451210F}"/>
                  </a:ext>
                </a:extLst>
              </p:cNvPr>
              <p:cNvSpPr/>
              <p:nvPr/>
            </p:nvSpPr>
            <p:spPr>
              <a:xfrm>
                <a:off x="11283333" y="3821393"/>
                <a:ext cx="1618890" cy="2662324"/>
              </a:xfrm>
              <a:prstGeom prst="roundRect">
                <a:avLst>
                  <a:gd name="adj" fmla="val 2994"/>
                </a:avLst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2986504B-AD74-EC6B-02AD-62F09B15FF82}"/>
                </a:ext>
              </a:extLst>
            </p:cNvPr>
            <p:cNvSpPr/>
            <p:nvPr/>
          </p:nvSpPr>
          <p:spPr>
            <a:xfrm>
              <a:off x="3861512" y="2440166"/>
              <a:ext cx="1234051" cy="415912"/>
            </a:xfrm>
            <a:prstGeom prst="roundRect">
              <a:avLst/>
            </a:prstGeom>
            <a:solidFill>
              <a:srgbClr val="FFECA9"/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Multi-Head Self-Attention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F12503F-7739-2517-E7F0-836EF6F2F942}"/>
                </a:ext>
              </a:extLst>
            </p:cNvPr>
            <p:cNvSpPr/>
            <p:nvPr/>
          </p:nvSpPr>
          <p:spPr>
            <a:xfrm>
              <a:off x="3921503" y="2017191"/>
              <a:ext cx="1105781" cy="264583"/>
            </a:xfrm>
            <a:prstGeom prst="roundRect">
              <a:avLst/>
            </a:prstGeom>
            <a:solidFill>
              <a:srgbClr val="C7E8AC"/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Add &amp; Norm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102CDA6-A848-594C-CE0B-D6E2013BCBD8}"/>
                </a:ext>
              </a:extLst>
            </p:cNvPr>
            <p:cNvSpPr/>
            <p:nvPr/>
          </p:nvSpPr>
          <p:spPr>
            <a:xfrm rot="16200000">
              <a:off x="4317422" y="2286479"/>
              <a:ext cx="1012979" cy="699033"/>
            </a:xfrm>
            <a:custGeom>
              <a:avLst/>
              <a:gdLst>
                <a:gd name="connsiteX0" fmla="*/ 0 w 1063961"/>
                <a:gd name="connsiteY0" fmla="*/ 0 h 733578"/>
                <a:gd name="connsiteX1" fmla="*/ 1063961 w 1063961"/>
                <a:gd name="connsiteY1" fmla="*/ 0 h 733578"/>
                <a:gd name="connsiteX2" fmla="*/ 1063961 w 1063961"/>
                <a:gd name="connsiteY2" fmla="*/ 733578 h 733578"/>
                <a:gd name="connsiteX3" fmla="*/ 0 w 1063961"/>
                <a:gd name="connsiteY3" fmla="*/ 733578 h 733578"/>
                <a:gd name="connsiteX4" fmla="*/ 0 w 1063961"/>
                <a:gd name="connsiteY4" fmla="*/ 0 h 733578"/>
                <a:gd name="connsiteX0" fmla="*/ 1063961 w 1063961"/>
                <a:gd name="connsiteY0" fmla="*/ 0 h 733578"/>
                <a:gd name="connsiteX1" fmla="*/ 1063961 w 1063961"/>
                <a:gd name="connsiteY1" fmla="*/ 733578 h 733578"/>
                <a:gd name="connsiteX2" fmla="*/ 0 w 1063961"/>
                <a:gd name="connsiteY2" fmla="*/ 733578 h 733578"/>
                <a:gd name="connsiteX3" fmla="*/ 91440 w 1063961"/>
                <a:gd name="connsiteY3" fmla="*/ 91440 h 733578"/>
                <a:gd name="connsiteX0" fmla="*/ 1063961 w 1063961"/>
                <a:gd name="connsiteY0" fmla="*/ 0 h 733578"/>
                <a:gd name="connsiteX1" fmla="*/ 1063961 w 1063961"/>
                <a:gd name="connsiteY1" fmla="*/ 733578 h 733578"/>
                <a:gd name="connsiteX2" fmla="*/ 0 w 1063961"/>
                <a:gd name="connsiteY2" fmla="*/ 733578 h 733578"/>
                <a:gd name="connsiteX3" fmla="*/ 2540 w 1063961"/>
                <a:gd name="connsiteY3" fmla="*/ 49106 h 733578"/>
                <a:gd name="connsiteX0" fmla="*/ 1063961 w 1063961"/>
                <a:gd name="connsiteY0" fmla="*/ 3991 h 737569"/>
                <a:gd name="connsiteX1" fmla="*/ 1063961 w 1063961"/>
                <a:gd name="connsiteY1" fmla="*/ 737569 h 737569"/>
                <a:gd name="connsiteX2" fmla="*/ 0 w 1063961"/>
                <a:gd name="connsiteY2" fmla="*/ 737569 h 737569"/>
                <a:gd name="connsiteX3" fmla="*/ 6790 w 1063961"/>
                <a:gd name="connsiteY3" fmla="*/ 0 h 737569"/>
                <a:gd name="connsiteX0" fmla="*/ 1063961 w 1063961"/>
                <a:gd name="connsiteY0" fmla="*/ 2180 h 735758"/>
                <a:gd name="connsiteX1" fmla="*/ 1063961 w 1063961"/>
                <a:gd name="connsiteY1" fmla="*/ 735758 h 735758"/>
                <a:gd name="connsiteX2" fmla="*/ 0 w 1063961"/>
                <a:gd name="connsiteY2" fmla="*/ 735758 h 735758"/>
                <a:gd name="connsiteX3" fmla="*/ 415 w 1063961"/>
                <a:gd name="connsiteY3" fmla="*/ 0 h 735758"/>
                <a:gd name="connsiteX0" fmla="*/ 1063961 w 1063961"/>
                <a:gd name="connsiteY0" fmla="*/ 197473 h 931051"/>
                <a:gd name="connsiteX1" fmla="*/ 1063961 w 1063961"/>
                <a:gd name="connsiteY1" fmla="*/ 931051 h 931051"/>
                <a:gd name="connsiteX2" fmla="*/ 0 w 1063961"/>
                <a:gd name="connsiteY2" fmla="*/ 931051 h 931051"/>
                <a:gd name="connsiteX3" fmla="*/ 415 w 1063961"/>
                <a:gd name="connsiteY3" fmla="*/ 0 h 931051"/>
                <a:gd name="connsiteX0" fmla="*/ 1064986 w 1064986"/>
                <a:gd name="connsiteY0" fmla="*/ 407377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3186 w 1064986"/>
                <a:gd name="connsiteY0" fmla="*/ 215635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4985 w 1064986"/>
                <a:gd name="connsiteY0" fmla="*/ 923005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1758 w 1064986"/>
                <a:gd name="connsiteY0" fmla="*/ 912641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4986" h="1140955">
                  <a:moveTo>
                    <a:pt x="1061758" y="912641"/>
                  </a:moveTo>
                  <a:cubicBezTo>
                    <a:pt x="1061758" y="985291"/>
                    <a:pt x="1064986" y="1068305"/>
                    <a:pt x="1064986" y="1140955"/>
                  </a:cubicBezTo>
                  <a:lnTo>
                    <a:pt x="1025" y="1140955"/>
                  </a:lnTo>
                  <a:cubicBezTo>
                    <a:pt x="1025" y="896429"/>
                    <a:pt x="0" y="0"/>
                    <a:pt x="0" y="0"/>
                  </a:cubicBezTo>
                </a:path>
              </a:pathLst>
            </a:custGeom>
            <a:noFill/>
            <a:ln>
              <a:head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20FF17BA-A7F6-D8E7-8B91-78FFA9B757D1}"/>
                </a:ext>
              </a:extLst>
            </p:cNvPr>
            <p:cNvGrpSpPr/>
            <p:nvPr/>
          </p:nvGrpSpPr>
          <p:grpSpPr>
            <a:xfrm>
              <a:off x="4083998" y="2856071"/>
              <a:ext cx="780788" cy="394327"/>
              <a:chOff x="5219935" y="5298417"/>
              <a:chExt cx="780788" cy="351559"/>
            </a:xfrm>
          </p:grpSpPr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C03D7238-8C22-E04F-ADD7-AADC4E9B89D8}"/>
                  </a:ext>
                </a:extLst>
              </p:cNvPr>
              <p:cNvCxnSpPr>
                <a:cxnSpLocks/>
                <a:endCxn id="65" idx="2"/>
              </p:cNvCxnSpPr>
              <p:nvPr/>
            </p:nvCxnSpPr>
            <p:spPr>
              <a:xfrm flipV="1">
                <a:off x="5614475" y="5298417"/>
                <a:ext cx="0" cy="35155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Rectangle 107">
                <a:extLst>
                  <a:ext uri="{FF2B5EF4-FFF2-40B4-BE49-F238E27FC236}">
                    <a16:creationId xmlns:a16="http://schemas.microsoft.com/office/drawing/2014/main" id="{6BDC7BC4-BAB7-974B-A858-90D4BD740F91}"/>
                  </a:ext>
                </a:extLst>
              </p:cNvPr>
              <p:cNvSpPr/>
              <p:nvPr/>
            </p:nvSpPr>
            <p:spPr>
              <a:xfrm>
                <a:off x="5219935" y="5304263"/>
                <a:ext cx="780788" cy="169665"/>
              </a:xfrm>
              <a:custGeom>
                <a:avLst/>
                <a:gdLst>
                  <a:gd name="connsiteX0" fmla="*/ 0 w 1063961"/>
                  <a:gd name="connsiteY0" fmla="*/ 0 h 733578"/>
                  <a:gd name="connsiteX1" fmla="*/ 1063961 w 1063961"/>
                  <a:gd name="connsiteY1" fmla="*/ 0 h 733578"/>
                  <a:gd name="connsiteX2" fmla="*/ 1063961 w 1063961"/>
                  <a:gd name="connsiteY2" fmla="*/ 733578 h 733578"/>
                  <a:gd name="connsiteX3" fmla="*/ 0 w 1063961"/>
                  <a:gd name="connsiteY3" fmla="*/ 733578 h 733578"/>
                  <a:gd name="connsiteX4" fmla="*/ 0 w 1063961"/>
                  <a:gd name="connsiteY4" fmla="*/ 0 h 733578"/>
                  <a:gd name="connsiteX0" fmla="*/ 1063961 w 1063961"/>
                  <a:gd name="connsiteY0" fmla="*/ 0 h 733578"/>
                  <a:gd name="connsiteX1" fmla="*/ 1063961 w 1063961"/>
                  <a:gd name="connsiteY1" fmla="*/ 733578 h 733578"/>
                  <a:gd name="connsiteX2" fmla="*/ 0 w 1063961"/>
                  <a:gd name="connsiteY2" fmla="*/ 733578 h 733578"/>
                  <a:gd name="connsiteX3" fmla="*/ 91440 w 1063961"/>
                  <a:gd name="connsiteY3" fmla="*/ 91440 h 733578"/>
                  <a:gd name="connsiteX0" fmla="*/ 1063961 w 1063961"/>
                  <a:gd name="connsiteY0" fmla="*/ 0 h 733578"/>
                  <a:gd name="connsiteX1" fmla="*/ 1063961 w 1063961"/>
                  <a:gd name="connsiteY1" fmla="*/ 733578 h 733578"/>
                  <a:gd name="connsiteX2" fmla="*/ 0 w 1063961"/>
                  <a:gd name="connsiteY2" fmla="*/ 733578 h 733578"/>
                  <a:gd name="connsiteX3" fmla="*/ 2540 w 1063961"/>
                  <a:gd name="connsiteY3" fmla="*/ 49106 h 733578"/>
                  <a:gd name="connsiteX0" fmla="*/ 1063961 w 1063961"/>
                  <a:gd name="connsiteY0" fmla="*/ 3991 h 737569"/>
                  <a:gd name="connsiteX1" fmla="*/ 1063961 w 1063961"/>
                  <a:gd name="connsiteY1" fmla="*/ 737569 h 737569"/>
                  <a:gd name="connsiteX2" fmla="*/ 0 w 1063961"/>
                  <a:gd name="connsiteY2" fmla="*/ 737569 h 737569"/>
                  <a:gd name="connsiteX3" fmla="*/ 6790 w 1063961"/>
                  <a:gd name="connsiteY3" fmla="*/ 0 h 737569"/>
                  <a:gd name="connsiteX0" fmla="*/ 1063961 w 1063961"/>
                  <a:gd name="connsiteY0" fmla="*/ 2180 h 735758"/>
                  <a:gd name="connsiteX1" fmla="*/ 1063961 w 1063961"/>
                  <a:gd name="connsiteY1" fmla="*/ 735758 h 735758"/>
                  <a:gd name="connsiteX2" fmla="*/ 0 w 1063961"/>
                  <a:gd name="connsiteY2" fmla="*/ 735758 h 735758"/>
                  <a:gd name="connsiteX3" fmla="*/ 415 w 1063961"/>
                  <a:gd name="connsiteY3" fmla="*/ 0 h 735758"/>
                  <a:gd name="connsiteX0" fmla="*/ 1063961 w 1063961"/>
                  <a:gd name="connsiteY0" fmla="*/ 197473 h 931051"/>
                  <a:gd name="connsiteX1" fmla="*/ 1063961 w 1063961"/>
                  <a:gd name="connsiteY1" fmla="*/ 931051 h 931051"/>
                  <a:gd name="connsiteX2" fmla="*/ 0 w 1063961"/>
                  <a:gd name="connsiteY2" fmla="*/ 931051 h 931051"/>
                  <a:gd name="connsiteX3" fmla="*/ 415 w 1063961"/>
                  <a:gd name="connsiteY3" fmla="*/ 0 h 931051"/>
                  <a:gd name="connsiteX0" fmla="*/ 1064986 w 1064986"/>
                  <a:gd name="connsiteY0" fmla="*/ 407377 h 1140955"/>
                  <a:gd name="connsiteX1" fmla="*/ 1064986 w 1064986"/>
                  <a:gd name="connsiteY1" fmla="*/ 1140955 h 1140955"/>
                  <a:gd name="connsiteX2" fmla="*/ 1025 w 1064986"/>
                  <a:gd name="connsiteY2" fmla="*/ 1140955 h 1140955"/>
                  <a:gd name="connsiteX3" fmla="*/ 0 w 1064986"/>
                  <a:gd name="connsiteY3" fmla="*/ 0 h 1140955"/>
                  <a:gd name="connsiteX0" fmla="*/ 1067155 w 1067155"/>
                  <a:gd name="connsiteY0" fmla="*/ -1 h 733577"/>
                  <a:gd name="connsiteX1" fmla="*/ 1067155 w 1067155"/>
                  <a:gd name="connsiteY1" fmla="*/ 733577 h 733577"/>
                  <a:gd name="connsiteX2" fmla="*/ 3194 w 1067155"/>
                  <a:gd name="connsiteY2" fmla="*/ 733577 h 733577"/>
                  <a:gd name="connsiteX3" fmla="*/ 0 w 1067155"/>
                  <a:gd name="connsiteY3" fmla="*/ 84111 h 733577"/>
                  <a:gd name="connsiteX0" fmla="*/ 1067155 w 1067155"/>
                  <a:gd name="connsiteY0" fmla="*/ 8990 h 742568"/>
                  <a:gd name="connsiteX1" fmla="*/ 1067155 w 1067155"/>
                  <a:gd name="connsiteY1" fmla="*/ 742568 h 742568"/>
                  <a:gd name="connsiteX2" fmla="*/ 3194 w 1067155"/>
                  <a:gd name="connsiteY2" fmla="*/ 742568 h 742568"/>
                  <a:gd name="connsiteX3" fmla="*/ 0 w 1067155"/>
                  <a:gd name="connsiteY3" fmla="*/ 0 h 742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7155" h="742568">
                    <a:moveTo>
                      <a:pt x="1067155" y="8990"/>
                    </a:moveTo>
                    <a:lnTo>
                      <a:pt x="1067155" y="742568"/>
                    </a:lnTo>
                    <a:lnTo>
                      <a:pt x="3194" y="742568"/>
                    </a:lnTo>
                    <a:cubicBezTo>
                      <a:pt x="3194" y="498042"/>
                      <a:pt x="0" y="0"/>
                      <a:pt x="0" y="0"/>
                    </a:cubicBezTo>
                  </a:path>
                </a:pathLst>
              </a:custGeom>
              <a:noFill/>
              <a:ln>
                <a:headEnd type="triangle"/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2057BC40-761F-E1DB-224B-90B21A1B3079}"/>
                </a:ext>
              </a:extLst>
            </p:cNvPr>
            <p:cNvCxnSpPr>
              <a:cxnSpLocks/>
              <a:stCxn id="65" idx="0"/>
              <a:endCxn id="6" idx="2"/>
            </p:cNvCxnSpPr>
            <p:nvPr/>
          </p:nvCxnSpPr>
          <p:spPr>
            <a:xfrm flipH="1" flipV="1">
              <a:off x="4474394" y="2281774"/>
              <a:ext cx="4144" cy="1583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FFC1A445-029E-5F62-C5F8-E45C18449E50}"/>
                </a:ext>
              </a:extLst>
            </p:cNvPr>
            <p:cNvSpPr/>
            <p:nvPr/>
          </p:nvSpPr>
          <p:spPr>
            <a:xfrm>
              <a:off x="3869951" y="1345652"/>
              <a:ext cx="1234051" cy="415912"/>
            </a:xfrm>
            <a:prstGeom prst="roundRect">
              <a:avLst/>
            </a:prstGeom>
            <a:solidFill>
              <a:srgbClr val="C2E8F7"/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Feed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Forward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DD40C029-B441-815B-E91C-2340ED65F69B}"/>
                </a:ext>
              </a:extLst>
            </p:cNvPr>
            <p:cNvSpPr/>
            <p:nvPr/>
          </p:nvSpPr>
          <p:spPr>
            <a:xfrm>
              <a:off x="3929942" y="922677"/>
              <a:ext cx="1105781" cy="264583"/>
            </a:xfrm>
            <a:prstGeom prst="roundRect">
              <a:avLst/>
            </a:prstGeom>
            <a:solidFill>
              <a:srgbClr val="C7E8AC"/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Add &amp; Norm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3" name="Rectangle 107">
              <a:extLst>
                <a:ext uri="{FF2B5EF4-FFF2-40B4-BE49-F238E27FC236}">
                  <a16:creationId xmlns:a16="http://schemas.microsoft.com/office/drawing/2014/main" id="{730D4C31-B542-BF35-E919-FD783D200754}"/>
                </a:ext>
              </a:extLst>
            </p:cNvPr>
            <p:cNvSpPr/>
            <p:nvPr/>
          </p:nvSpPr>
          <p:spPr>
            <a:xfrm rot="16200000">
              <a:off x="4397027" y="1120798"/>
              <a:ext cx="870648" cy="699033"/>
            </a:xfrm>
            <a:custGeom>
              <a:avLst/>
              <a:gdLst>
                <a:gd name="connsiteX0" fmla="*/ 0 w 1063961"/>
                <a:gd name="connsiteY0" fmla="*/ 0 h 733578"/>
                <a:gd name="connsiteX1" fmla="*/ 1063961 w 1063961"/>
                <a:gd name="connsiteY1" fmla="*/ 0 h 733578"/>
                <a:gd name="connsiteX2" fmla="*/ 1063961 w 1063961"/>
                <a:gd name="connsiteY2" fmla="*/ 733578 h 733578"/>
                <a:gd name="connsiteX3" fmla="*/ 0 w 1063961"/>
                <a:gd name="connsiteY3" fmla="*/ 733578 h 733578"/>
                <a:gd name="connsiteX4" fmla="*/ 0 w 1063961"/>
                <a:gd name="connsiteY4" fmla="*/ 0 h 733578"/>
                <a:gd name="connsiteX0" fmla="*/ 1063961 w 1063961"/>
                <a:gd name="connsiteY0" fmla="*/ 0 h 733578"/>
                <a:gd name="connsiteX1" fmla="*/ 1063961 w 1063961"/>
                <a:gd name="connsiteY1" fmla="*/ 733578 h 733578"/>
                <a:gd name="connsiteX2" fmla="*/ 0 w 1063961"/>
                <a:gd name="connsiteY2" fmla="*/ 733578 h 733578"/>
                <a:gd name="connsiteX3" fmla="*/ 91440 w 1063961"/>
                <a:gd name="connsiteY3" fmla="*/ 91440 h 733578"/>
                <a:gd name="connsiteX0" fmla="*/ 1063961 w 1063961"/>
                <a:gd name="connsiteY0" fmla="*/ 0 h 733578"/>
                <a:gd name="connsiteX1" fmla="*/ 1063961 w 1063961"/>
                <a:gd name="connsiteY1" fmla="*/ 733578 h 733578"/>
                <a:gd name="connsiteX2" fmla="*/ 0 w 1063961"/>
                <a:gd name="connsiteY2" fmla="*/ 733578 h 733578"/>
                <a:gd name="connsiteX3" fmla="*/ 2540 w 1063961"/>
                <a:gd name="connsiteY3" fmla="*/ 49106 h 733578"/>
                <a:gd name="connsiteX0" fmla="*/ 1063961 w 1063961"/>
                <a:gd name="connsiteY0" fmla="*/ 3991 h 737569"/>
                <a:gd name="connsiteX1" fmla="*/ 1063961 w 1063961"/>
                <a:gd name="connsiteY1" fmla="*/ 737569 h 737569"/>
                <a:gd name="connsiteX2" fmla="*/ 0 w 1063961"/>
                <a:gd name="connsiteY2" fmla="*/ 737569 h 737569"/>
                <a:gd name="connsiteX3" fmla="*/ 6790 w 1063961"/>
                <a:gd name="connsiteY3" fmla="*/ 0 h 737569"/>
                <a:gd name="connsiteX0" fmla="*/ 1063961 w 1063961"/>
                <a:gd name="connsiteY0" fmla="*/ 2180 h 735758"/>
                <a:gd name="connsiteX1" fmla="*/ 1063961 w 1063961"/>
                <a:gd name="connsiteY1" fmla="*/ 735758 h 735758"/>
                <a:gd name="connsiteX2" fmla="*/ 0 w 1063961"/>
                <a:gd name="connsiteY2" fmla="*/ 735758 h 735758"/>
                <a:gd name="connsiteX3" fmla="*/ 415 w 1063961"/>
                <a:gd name="connsiteY3" fmla="*/ 0 h 735758"/>
                <a:gd name="connsiteX0" fmla="*/ 1063961 w 1063961"/>
                <a:gd name="connsiteY0" fmla="*/ 197473 h 931051"/>
                <a:gd name="connsiteX1" fmla="*/ 1063961 w 1063961"/>
                <a:gd name="connsiteY1" fmla="*/ 931051 h 931051"/>
                <a:gd name="connsiteX2" fmla="*/ 0 w 1063961"/>
                <a:gd name="connsiteY2" fmla="*/ 931051 h 931051"/>
                <a:gd name="connsiteX3" fmla="*/ 415 w 1063961"/>
                <a:gd name="connsiteY3" fmla="*/ 0 h 931051"/>
                <a:gd name="connsiteX0" fmla="*/ 1064986 w 1064986"/>
                <a:gd name="connsiteY0" fmla="*/ 407377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3186 w 1064986"/>
                <a:gd name="connsiteY0" fmla="*/ 215635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4985 w 1064986"/>
                <a:gd name="connsiteY0" fmla="*/ 923005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1758 w 1064986"/>
                <a:gd name="connsiteY0" fmla="*/ 912641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4986" h="1140955">
                  <a:moveTo>
                    <a:pt x="1061758" y="912641"/>
                  </a:moveTo>
                  <a:cubicBezTo>
                    <a:pt x="1061758" y="985291"/>
                    <a:pt x="1064986" y="1068305"/>
                    <a:pt x="1064986" y="1140955"/>
                  </a:cubicBezTo>
                  <a:lnTo>
                    <a:pt x="1025" y="1140955"/>
                  </a:lnTo>
                  <a:cubicBezTo>
                    <a:pt x="1025" y="896429"/>
                    <a:pt x="0" y="0"/>
                    <a:pt x="0" y="0"/>
                  </a:cubicBezTo>
                </a:path>
              </a:pathLst>
            </a:custGeom>
            <a:noFill/>
            <a:ln>
              <a:head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3653D591-4AEB-1000-BEE3-8AC145467EC6}"/>
                </a:ext>
              </a:extLst>
            </p:cNvPr>
            <p:cNvCxnSpPr>
              <a:cxnSpLocks/>
              <a:stCxn id="151" idx="0"/>
              <a:endCxn id="152" idx="2"/>
            </p:cNvCxnSpPr>
            <p:nvPr/>
          </p:nvCxnSpPr>
          <p:spPr>
            <a:xfrm flipH="1" flipV="1">
              <a:off x="4482833" y="1187260"/>
              <a:ext cx="4144" cy="1583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FB412CAD-B0BF-CEEB-FE5E-AFD1E9DE1F27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4474394" y="1759081"/>
              <a:ext cx="0" cy="258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1F856EA6-5AB9-BBF1-97F6-BA4FA19F7620}"/>
                    </a:ext>
                  </a:extLst>
                </p:cNvPr>
                <p:cNvSpPr txBox="1"/>
                <p:nvPr/>
              </p:nvSpPr>
              <p:spPr>
                <a:xfrm>
                  <a:off x="4083798" y="3183894"/>
                  <a:ext cx="523605" cy="3250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1F856EA6-5AB9-BBF1-97F6-BA4FA19F76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3798" y="3183894"/>
                  <a:ext cx="523605" cy="325025"/>
                </a:xfrm>
                <a:prstGeom prst="rect">
                  <a:avLst/>
                </a:prstGeom>
                <a:blipFill>
                  <a:blip r:embed="rId24"/>
                  <a:stretch>
                    <a:fillRect b="-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276330E8-F281-962C-0848-3124A91BC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1870" y="384831"/>
              <a:ext cx="0" cy="5268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E6670C5E-C662-6BD7-9E2A-AF78B6C39100}"/>
                    </a:ext>
                  </a:extLst>
                </p:cNvPr>
                <p:cNvSpPr txBox="1"/>
                <p:nvPr/>
              </p:nvSpPr>
              <p:spPr>
                <a:xfrm>
                  <a:off x="4423089" y="66881"/>
                  <a:ext cx="693523" cy="3250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E6670C5E-C662-6BD7-9E2A-AF78B6C39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3089" y="66881"/>
                  <a:ext cx="693523" cy="325025"/>
                </a:xfrm>
                <a:prstGeom prst="rect">
                  <a:avLst/>
                </a:prstGeom>
                <a:blipFill>
                  <a:blip r:embed="rId25"/>
                  <a:stretch>
                    <a:fillRect b="-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D38348DE-AD36-F976-5C3F-00875EFC3106}"/>
                </a:ext>
              </a:extLst>
            </p:cNvPr>
            <p:cNvSpPr txBox="1"/>
            <p:nvPr/>
          </p:nvSpPr>
          <p:spPr>
            <a:xfrm>
              <a:off x="3518750" y="111426"/>
              <a:ext cx="3962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(b)</a:t>
              </a:r>
              <a:endParaRPr lang="zh-CN" altLang="en-US" sz="1400" b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D567DE6-2AC0-41D6-1261-07A7E12CCF18}"/>
                </a:ext>
              </a:extLst>
            </p:cNvPr>
            <p:cNvSpPr txBox="1"/>
            <p:nvPr/>
          </p:nvSpPr>
          <p:spPr>
            <a:xfrm>
              <a:off x="3581658" y="498399"/>
              <a:ext cx="1234051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Ground-State </a:t>
              </a:r>
            </a:p>
            <a:p>
              <a:pPr algn="ctr"/>
              <a:r>
                <a:rPr lang="en-US" altLang="zh-C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Encoder</a:t>
              </a:r>
              <a:endPara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603F802-C402-51B2-A4CD-4D8554BB6A08}"/>
              </a:ext>
            </a:extLst>
          </p:cNvPr>
          <p:cNvGrpSpPr/>
          <p:nvPr/>
        </p:nvGrpSpPr>
        <p:grpSpPr>
          <a:xfrm>
            <a:off x="8170658" y="123755"/>
            <a:ext cx="2195000" cy="4811053"/>
            <a:chOff x="8403769" y="123755"/>
            <a:chExt cx="2195000" cy="481105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03D4F3D-4757-B0DC-2371-5D0AC9552521}"/>
                </a:ext>
              </a:extLst>
            </p:cNvPr>
            <p:cNvGrpSpPr/>
            <p:nvPr/>
          </p:nvGrpSpPr>
          <p:grpSpPr>
            <a:xfrm>
              <a:off x="8403769" y="123755"/>
              <a:ext cx="2195000" cy="4811053"/>
              <a:chOff x="8302331" y="24695"/>
              <a:chExt cx="2195000" cy="4811053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85E54C70-7A0F-8EEC-4A71-496BCF2307C0}"/>
                  </a:ext>
                </a:extLst>
              </p:cNvPr>
              <p:cNvGrpSpPr/>
              <p:nvPr/>
            </p:nvGrpSpPr>
            <p:grpSpPr>
              <a:xfrm>
                <a:off x="8368179" y="550689"/>
                <a:ext cx="2129152" cy="3979987"/>
                <a:chOff x="11004292" y="1407347"/>
                <a:chExt cx="2129152" cy="3979987"/>
              </a:xfrm>
            </p:grpSpPr>
            <p:sp>
              <p:nvSpPr>
                <p:cNvPr id="59" name="Right Triangle 58">
                  <a:extLst>
                    <a:ext uri="{FF2B5EF4-FFF2-40B4-BE49-F238E27FC236}">
                      <a16:creationId xmlns:a16="http://schemas.microsoft.com/office/drawing/2014/main" id="{388D7526-E1FF-78E7-A51B-15CACFBB77E9}"/>
                    </a:ext>
                  </a:extLst>
                </p:cNvPr>
                <p:cNvSpPr/>
                <p:nvPr/>
              </p:nvSpPr>
              <p:spPr>
                <a:xfrm>
                  <a:off x="11004765" y="4701241"/>
                  <a:ext cx="669438" cy="677801"/>
                </a:xfrm>
                <a:prstGeom prst="rtTriangle">
                  <a:avLst/>
                </a:prstGeom>
                <a:solidFill>
                  <a:srgbClr val="FEB0B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" name="Right Triangle 41">
                  <a:extLst>
                    <a:ext uri="{FF2B5EF4-FFF2-40B4-BE49-F238E27FC236}">
                      <a16:creationId xmlns:a16="http://schemas.microsoft.com/office/drawing/2014/main" id="{EF7600EC-E346-11C8-08D3-F5F451BCC19D}"/>
                    </a:ext>
                  </a:extLst>
                </p:cNvPr>
                <p:cNvSpPr/>
                <p:nvPr/>
              </p:nvSpPr>
              <p:spPr>
                <a:xfrm rot="10800000">
                  <a:off x="12457656" y="1415711"/>
                  <a:ext cx="669438" cy="677801"/>
                </a:xfrm>
                <a:prstGeom prst="rtTriangle">
                  <a:avLst/>
                </a:prstGeom>
                <a:solidFill>
                  <a:srgbClr val="FEB0B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34136A75-10B9-2D63-9E10-682C6ADF7910}"/>
                    </a:ext>
                  </a:extLst>
                </p:cNvPr>
                <p:cNvSpPr/>
                <p:nvPr/>
              </p:nvSpPr>
              <p:spPr>
                <a:xfrm>
                  <a:off x="11004292" y="1407347"/>
                  <a:ext cx="2129152" cy="3979987"/>
                </a:xfrm>
                <a:prstGeom prst="roundRect">
                  <a:avLst>
                    <a:gd name="adj" fmla="val 2994"/>
                  </a:avLst>
                </a:prstGeom>
                <a:noFill/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BFBA64F-F329-5817-B467-17BBDADE0462}"/>
                  </a:ext>
                </a:extLst>
              </p:cNvPr>
              <p:cNvSpPr txBox="1"/>
              <p:nvPr/>
            </p:nvSpPr>
            <p:spPr>
              <a:xfrm>
                <a:off x="8319994" y="2189296"/>
                <a:ext cx="92774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PretrainedEqui</a:t>
                </a:r>
                <a:r>
                  <a:rPr lang="en-US" altLang="zh-CN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-VAE</a:t>
                </a:r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70D56C83-AA50-73C5-A0E5-8C07E754470B}"/>
                      </a:ext>
                    </a:extLst>
                  </p:cNvPr>
                  <p:cNvSpPr txBox="1"/>
                  <p:nvPr/>
                </p:nvSpPr>
                <p:spPr>
                  <a:xfrm>
                    <a:off x="9524767" y="183089"/>
                    <a:ext cx="784771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{|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</m:sub>
                          </m:sSub>
                          <m:r>
                            <a:rPr lang="zh-CN" alt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70D56C83-AA50-73C5-A0E5-8C07E75447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4767" y="183089"/>
                    <a:ext cx="784771" cy="2154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0853" t="-2857" r="-25581" b="-3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3" name="Straight Arrow Connector 432">
                <a:extLst>
                  <a:ext uri="{FF2B5EF4-FFF2-40B4-BE49-F238E27FC236}">
                    <a16:creationId xmlns:a16="http://schemas.microsoft.com/office/drawing/2014/main" id="{6735DCFA-0602-6FF5-1E88-7C71D8B173D8}"/>
                  </a:ext>
                </a:extLst>
              </p:cNvPr>
              <p:cNvCxnSpPr>
                <a:cxnSpLocks/>
                <a:stCxn id="456" idx="2"/>
                <a:endCxn id="437" idx="0"/>
              </p:cNvCxnSpPr>
              <p:nvPr/>
            </p:nvCxnSpPr>
            <p:spPr>
              <a:xfrm>
                <a:off x="9496256" y="1024996"/>
                <a:ext cx="6460" cy="1175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8" name="Group 437">
                <a:extLst>
                  <a:ext uri="{FF2B5EF4-FFF2-40B4-BE49-F238E27FC236}">
                    <a16:creationId xmlns:a16="http://schemas.microsoft.com/office/drawing/2014/main" id="{AAEF922B-6891-AFA8-D634-6EEDB31C4469}"/>
                  </a:ext>
                </a:extLst>
              </p:cNvPr>
              <p:cNvGrpSpPr/>
              <p:nvPr/>
            </p:nvGrpSpPr>
            <p:grpSpPr>
              <a:xfrm>
                <a:off x="8742103" y="1576693"/>
                <a:ext cx="1594696" cy="1988248"/>
                <a:chOff x="8480684" y="1832562"/>
                <a:chExt cx="1351498" cy="1536325"/>
              </a:xfrm>
            </p:grpSpPr>
            <p:grpSp>
              <p:nvGrpSpPr>
                <p:cNvPr id="424" name="Group 423">
                  <a:extLst>
                    <a:ext uri="{FF2B5EF4-FFF2-40B4-BE49-F238E27FC236}">
                      <a16:creationId xmlns:a16="http://schemas.microsoft.com/office/drawing/2014/main" id="{6F1DC69F-79E6-2D3C-0870-0A1D73D77B1F}"/>
                    </a:ext>
                  </a:extLst>
                </p:cNvPr>
                <p:cNvGrpSpPr/>
                <p:nvPr/>
              </p:nvGrpSpPr>
              <p:grpSpPr>
                <a:xfrm>
                  <a:off x="8551312" y="1832562"/>
                  <a:ext cx="1167365" cy="1197141"/>
                  <a:chOff x="10523432" y="4355423"/>
                  <a:chExt cx="624126" cy="726444"/>
                </a:xfrm>
              </p:grpSpPr>
              <p:sp>
                <p:nvSpPr>
                  <p:cNvPr id="54" name="Flowchart: Manual Operation 53">
                    <a:extLst>
                      <a:ext uri="{FF2B5EF4-FFF2-40B4-BE49-F238E27FC236}">
                        <a16:creationId xmlns:a16="http://schemas.microsoft.com/office/drawing/2014/main" id="{AAB3119B-6114-4DA7-F55A-931D17F014F1}"/>
                      </a:ext>
                    </a:extLst>
                  </p:cNvPr>
                  <p:cNvSpPr/>
                  <p:nvPr/>
                </p:nvSpPr>
                <p:spPr>
                  <a:xfrm>
                    <a:off x="10525219" y="4355423"/>
                    <a:ext cx="618522" cy="307137"/>
                  </a:xfrm>
                  <a:prstGeom prst="flowChartManualOperation">
                    <a:avLst/>
                  </a:prstGeom>
                  <a:solidFill>
                    <a:schemeClr val="accent6">
                      <a:lumMod val="20000"/>
                      <a:lumOff val="80000"/>
                      <a:alpha val="80000"/>
                    </a:schemeClr>
                  </a:solidFill>
                  <a:ln>
                    <a:solidFill>
                      <a:schemeClr val="tx1">
                        <a:alpha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5" name="Flowchart: Manual Operation 54">
                    <a:extLst>
                      <a:ext uri="{FF2B5EF4-FFF2-40B4-BE49-F238E27FC236}">
                        <a16:creationId xmlns:a16="http://schemas.microsoft.com/office/drawing/2014/main" id="{98A5F899-C69E-82FF-B84D-98A10D8FF88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0523432" y="4779041"/>
                    <a:ext cx="624126" cy="302826"/>
                  </a:xfrm>
                  <a:prstGeom prst="flowChartManualOperation">
                    <a:avLst/>
                  </a:prstGeom>
                  <a:solidFill>
                    <a:schemeClr val="bg1">
                      <a:lumMod val="95000"/>
                      <a:alpha val="80000"/>
                    </a:schemeClr>
                  </a:solidFill>
                  <a:ln>
                    <a:solidFill>
                      <a:schemeClr val="bg1">
                        <a:lumMod val="65000"/>
                        <a:alpha val="6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25" name="TextBox 424">
                  <a:extLst>
                    <a:ext uri="{FF2B5EF4-FFF2-40B4-BE49-F238E27FC236}">
                      <a16:creationId xmlns:a16="http://schemas.microsoft.com/office/drawing/2014/main" id="{16EFD1A5-2AEC-2126-983D-34C37283F62B}"/>
                    </a:ext>
                  </a:extLst>
                </p:cNvPr>
                <p:cNvSpPr txBox="1"/>
                <p:nvPr/>
              </p:nvSpPr>
              <p:spPr>
                <a:xfrm>
                  <a:off x="8516073" y="1927129"/>
                  <a:ext cx="1234051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Equivariant</a:t>
                  </a:r>
                </a:p>
                <a:p>
                  <a:pPr algn="ctr"/>
                  <a:r>
                    <a:rPr lang="en-US" altLang="zh-CN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CNN Stack</a:t>
                  </a:r>
                  <a:endParaRPr lang="zh-CN" altLang="en-US" sz="12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6" name="TextBox 425">
                  <a:extLst>
                    <a:ext uri="{FF2B5EF4-FFF2-40B4-BE49-F238E27FC236}">
                      <a16:creationId xmlns:a16="http://schemas.microsoft.com/office/drawing/2014/main" id="{79EEF144-9D2C-6C5C-8690-00EE019808BE}"/>
                    </a:ext>
                  </a:extLst>
                </p:cNvPr>
                <p:cNvSpPr txBox="1"/>
                <p:nvPr/>
              </p:nvSpPr>
              <p:spPr>
                <a:xfrm>
                  <a:off x="8480684" y="2554756"/>
                  <a:ext cx="1300527" cy="4994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Equivariant</a:t>
                  </a:r>
                </a:p>
                <a:p>
                  <a:pPr algn="ctr"/>
                  <a:r>
                    <a:rPr lang="en-US" altLang="zh-CN" sz="1200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Transpose-CNN</a:t>
                  </a:r>
                </a:p>
                <a:p>
                  <a:pPr algn="ctr"/>
                  <a:r>
                    <a:rPr lang="en-US" altLang="zh-CN" sz="1200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Stack</a:t>
                  </a:r>
                  <a:endParaRPr lang="zh-CN" altLang="en-US" sz="120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5" name="Rectangle: Rounded Corners 434">
                  <a:extLst>
                    <a:ext uri="{FF2B5EF4-FFF2-40B4-BE49-F238E27FC236}">
                      <a16:creationId xmlns:a16="http://schemas.microsoft.com/office/drawing/2014/main" id="{F59A087D-1525-981C-673B-41C26FD7E372}"/>
                    </a:ext>
                  </a:extLst>
                </p:cNvPr>
                <p:cNvSpPr/>
                <p:nvPr/>
              </p:nvSpPr>
              <p:spPr>
                <a:xfrm>
                  <a:off x="8619102" y="3085181"/>
                  <a:ext cx="1019393" cy="283706"/>
                </a:xfrm>
                <a:prstGeom prst="roundRect">
                  <a:avLst/>
                </a:prstGeom>
                <a:solidFill>
                  <a:srgbClr val="FCE1E0">
                    <a:alpha val="40000"/>
                  </a:srgbClr>
                </a:solidFill>
                <a:ln>
                  <a:solidFill>
                    <a:srgbClr val="3933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</a:rPr>
                    <a:t>Group &amp; Global Pooling</a:t>
                  </a:r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6" name="Rectangle 107">
                  <a:extLst>
                    <a:ext uri="{FF2B5EF4-FFF2-40B4-BE49-F238E27FC236}">
                      <a16:creationId xmlns:a16="http://schemas.microsoft.com/office/drawing/2014/main" id="{A83E77D8-F870-9291-158A-81739CC578B2}"/>
                    </a:ext>
                  </a:extLst>
                </p:cNvPr>
                <p:cNvSpPr/>
                <p:nvPr/>
              </p:nvSpPr>
              <p:spPr>
                <a:xfrm rot="16200000" flipH="1">
                  <a:off x="9234145" y="2589255"/>
                  <a:ext cx="728644" cy="467430"/>
                </a:xfrm>
                <a:custGeom>
                  <a:avLst/>
                  <a:gdLst>
                    <a:gd name="connsiteX0" fmla="*/ 0 w 1063961"/>
                    <a:gd name="connsiteY0" fmla="*/ 0 h 733578"/>
                    <a:gd name="connsiteX1" fmla="*/ 1063961 w 1063961"/>
                    <a:gd name="connsiteY1" fmla="*/ 0 h 733578"/>
                    <a:gd name="connsiteX2" fmla="*/ 1063961 w 1063961"/>
                    <a:gd name="connsiteY2" fmla="*/ 733578 h 733578"/>
                    <a:gd name="connsiteX3" fmla="*/ 0 w 1063961"/>
                    <a:gd name="connsiteY3" fmla="*/ 733578 h 733578"/>
                    <a:gd name="connsiteX4" fmla="*/ 0 w 1063961"/>
                    <a:gd name="connsiteY4" fmla="*/ 0 h 733578"/>
                    <a:gd name="connsiteX0" fmla="*/ 1063961 w 1063961"/>
                    <a:gd name="connsiteY0" fmla="*/ 0 h 733578"/>
                    <a:gd name="connsiteX1" fmla="*/ 1063961 w 1063961"/>
                    <a:gd name="connsiteY1" fmla="*/ 733578 h 733578"/>
                    <a:gd name="connsiteX2" fmla="*/ 0 w 1063961"/>
                    <a:gd name="connsiteY2" fmla="*/ 733578 h 733578"/>
                    <a:gd name="connsiteX3" fmla="*/ 91440 w 1063961"/>
                    <a:gd name="connsiteY3" fmla="*/ 91440 h 733578"/>
                    <a:gd name="connsiteX0" fmla="*/ 1063961 w 1063961"/>
                    <a:gd name="connsiteY0" fmla="*/ 0 h 733578"/>
                    <a:gd name="connsiteX1" fmla="*/ 1063961 w 1063961"/>
                    <a:gd name="connsiteY1" fmla="*/ 733578 h 733578"/>
                    <a:gd name="connsiteX2" fmla="*/ 0 w 1063961"/>
                    <a:gd name="connsiteY2" fmla="*/ 733578 h 733578"/>
                    <a:gd name="connsiteX3" fmla="*/ 2540 w 1063961"/>
                    <a:gd name="connsiteY3" fmla="*/ 49106 h 733578"/>
                    <a:gd name="connsiteX0" fmla="*/ 1063961 w 1063961"/>
                    <a:gd name="connsiteY0" fmla="*/ 3991 h 737569"/>
                    <a:gd name="connsiteX1" fmla="*/ 1063961 w 1063961"/>
                    <a:gd name="connsiteY1" fmla="*/ 737569 h 737569"/>
                    <a:gd name="connsiteX2" fmla="*/ 0 w 1063961"/>
                    <a:gd name="connsiteY2" fmla="*/ 737569 h 737569"/>
                    <a:gd name="connsiteX3" fmla="*/ 6790 w 1063961"/>
                    <a:gd name="connsiteY3" fmla="*/ 0 h 737569"/>
                    <a:gd name="connsiteX0" fmla="*/ 1063961 w 1063961"/>
                    <a:gd name="connsiteY0" fmla="*/ 2180 h 735758"/>
                    <a:gd name="connsiteX1" fmla="*/ 1063961 w 1063961"/>
                    <a:gd name="connsiteY1" fmla="*/ 735758 h 735758"/>
                    <a:gd name="connsiteX2" fmla="*/ 0 w 1063961"/>
                    <a:gd name="connsiteY2" fmla="*/ 735758 h 735758"/>
                    <a:gd name="connsiteX3" fmla="*/ 415 w 1063961"/>
                    <a:gd name="connsiteY3" fmla="*/ 0 h 735758"/>
                    <a:gd name="connsiteX0" fmla="*/ 1063961 w 1063961"/>
                    <a:gd name="connsiteY0" fmla="*/ 197473 h 931051"/>
                    <a:gd name="connsiteX1" fmla="*/ 1063961 w 1063961"/>
                    <a:gd name="connsiteY1" fmla="*/ 931051 h 931051"/>
                    <a:gd name="connsiteX2" fmla="*/ 0 w 1063961"/>
                    <a:gd name="connsiteY2" fmla="*/ 931051 h 931051"/>
                    <a:gd name="connsiteX3" fmla="*/ 415 w 1063961"/>
                    <a:gd name="connsiteY3" fmla="*/ 0 h 931051"/>
                    <a:gd name="connsiteX0" fmla="*/ 1064986 w 1064986"/>
                    <a:gd name="connsiteY0" fmla="*/ 407377 h 1140955"/>
                    <a:gd name="connsiteX1" fmla="*/ 1064986 w 1064986"/>
                    <a:gd name="connsiteY1" fmla="*/ 1140955 h 1140955"/>
                    <a:gd name="connsiteX2" fmla="*/ 1025 w 1064986"/>
                    <a:gd name="connsiteY2" fmla="*/ 1140955 h 1140955"/>
                    <a:gd name="connsiteX3" fmla="*/ 0 w 1064986"/>
                    <a:gd name="connsiteY3" fmla="*/ 0 h 1140955"/>
                    <a:gd name="connsiteX0" fmla="*/ 1063186 w 1064986"/>
                    <a:gd name="connsiteY0" fmla="*/ 215635 h 1140955"/>
                    <a:gd name="connsiteX1" fmla="*/ 1064986 w 1064986"/>
                    <a:gd name="connsiteY1" fmla="*/ 1140955 h 1140955"/>
                    <a:gd name="connsiteX2" fmla="*/ 1025 w 1064986"/>
                    <a:gd name="connsiteY2" fmla="*/ 1140955 h 1140955"/>
                    <a:gd name="connsiteX3" fmla="*/ 0 w 1064986"/>
                    <a:gd name="connsiteY3" fmla="*/ 0 h 1140955"/>
                    <a:gd name="connsiteX0" fmla="*/ 1064985 w 1064986"/>
                    <a:gd name="connsiteY0" fmla="*/ 923005 h 1140955"/>
                    <a:gd name="connsiteX1" fmla="*/ 1064986 w 1064986"/>
                    <a:gd name="connsiteY1" fmla="*/ 1140955 h 1140955"/>
                    <a:gd name="connsiteX2" fmla="*/ 1025 w 1064986"/>
                    <a:gd name="connsiteY2" fmla="*/ 1140955 h 1140955"/>
                    <a:gd name="connsiteX3" fmla="*/ 0 w 1064986"/>
                    <a:gd name="connsiteY3" fmla="*/ 0 h 1140955"/>
                    <a:gd name="connsiteX0" fmla="*/ 1061758 w 1064986"/>
                    <a:gd name="connsiteY0" fmla="*/ 912641 h 1140955"/>
                    <a:gd name="connsiteX1" fmla="*/ 1064986 w 1064986"/>
                    <a:gd name="connsiteY1" fmla="*/ 1140955 h 1140955"/>
                    <a:gd name="connsiteX2" fmla="*/ 1025 w 1064986"/>
                    <a:gd name="connsiteY2" fmla="*/ 1140955 h 1140955"/>
                    <a:gd name="connsiteX3" fmla="*/ 0 w 1064986"/>
                    <a:gd name="connsiteY3" fmla="*/ 0 h 1140955"/>
                    <a:gd name="connsiteX0" fmla="*/ 1059589 w 1064986"/>
                    <a:gd name="connsiteY0" fmla="*/ 694210 h 1140955"/>
                    <a:gd name="connsiteX1" fmla="*/ 1064986 w 1064986"/>
                    <a:gd name="connsiteY1" fmla="*/ 1140955 h 1140955"/>
                    <a:gd name="connsiteX2" fmla="*/ 1025 w 1064986"/>
                    <a:gd name="connsiteY2" fmla="*/ 1140955 h 1140955"/>
                    <a:gd name="connsiteX3" fmla="*/ 0 w 1064986"/>
                    <a:gd name="connsiteY3" fmla="*/ 0 h 1140955"/>
                    <a:gd name="connsiteX0" fmla="*/ 1059589 w 1059589"/>
                    <a:gd name="connsiteY0" fmla="*/ 694210 h 1181957"/>
                    <a:gd name="connsiteX1" fmla="*/ 1058664 w 1059589"/>
                    <a:gd name="connsiteY1" fmla="*/ 1181957 h 1181957"/>
                    <a:gd name="connsiteX2" fmla="*/ 1025 w 1059589"/>
                    <a:gd name="connsiteY2" fmla="*/ 1140955 h 1181957"/>
                    <a:gd name="connsiteX3" fmla="*/ 0 w 1059589"/>
                    <a:gd name="connsiteY3" fmla="*/ 0 h 1181957"/>
                    <a:gd name="connsiteX0" fmla="*/ 1059589 w 1060774"/>
                    <a:gd name="connsiteY0" fmla="*/ 694210 h 1161463"/>
                    <a:gd name="connsiteX1" fmla="*/ 1060774 w 1060774"/>
                    <a:gd name="connsiteY1" fmla="*/ 1161462 h 1161463"/>
                    <a:gd name="connsiteX2" fmla="*/ 1025 w 1060774"/>
                    <a:gd name="connsiteY2" fmla="*/ 1140955 h 1161463"/>
                    <a:gd name="connsiteX3" fmla="*/ 0 w 1060774"/>
                    <a:gd name="connsiteY3" fmla="*/ 0 h 1161463"/>
                    <a:gd name="connsiteX0" fmla="*/ 1059589 w 1060776"/>
                    <a:gd name="connsiteY0" fmla="*/ 694210 h 1187095"/>
                    <a:gd name="connsiteX1" fmla="*/ 1060776 w 1060776"/>
                    <a:gd name="connsiteY1" fmla="*/ 1187094 h 1187095"/>
                    <a:gd name="connsiteX2" fmla="*/ 1025 w 1060776"/>
                    <a:gd name="connsiteY2" fmla="*/ 1140955 h 1187095"/>
                    <a:gd name="connsiteX3" fmla="*/ 0 w 1060776"/>
                    <a:gd name="connsiteY3" fmla="*/ 0 h 1187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60776" h="1187095">
                      <a:moveTo>
                        <a:pt x="1059589" y="694210"/>
                      </a:moveTo>
                      <a:cubicBezTo>
                        <a:pt x="1059589" y="766860"/>
                        <a:pt x="1060776" y="1114444"/>
                        <a:pt x="1060776" y="1187094"/>
                      </a:cubicBezTo>
                      <a:cubicBezTo>
                        <a:pt x="706122" y="1187094"/>
                        <a:pt x="355679" y="1140955"/>
                        <a:pt x="1025" y="1140955"/>
                      </a:cubicBezTo>
                      <a:cubicBezTo>
                        <a:pt x="1025" y="896429"/>
                        <a:pt x="0" y="0"/>
                        <a:pt x="0" y="0"/>
                      </a:cubicBezTo>
                    </a:path>
                  </a:pathLst>
                </a:custGeom>
                <a:noFill/>
                <a:ln>
                  <a:headEnd type="triangle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437" name="Rectangle: Rounded Corners 436">
                <a:extLst>
                  <a:ext uri="{FF2B5EF4-FFF2-40B4-BE49-F238E27FC236}">
                    <a16:creationId xmlns:a16="http://schemas.microsoft.com/office/drawing/2014/main" id="{C3369F67-7F4A-AC1B-4DE3-1753B8DB659C}"/>
                  </a:ext>
                </a:extLst>
              </p:cNvPr>
              <p:cNvSpPr/>
              <p:nvPr/>
            </p:nvSpPr>
            <p:spPr>
              <a:xfrm>
                <a:off x="8949825" y="1142586"/>
                <a:ext cx="1105781" cy="317050"/>
              </a:xfrm>
              <a:prstGeom prst="roundRect">
                <a:avLst/>
              </a:prstGeom>
              <a:solidFill>
                <a:srgbClr val="F7FEFF">
                  <a:alpha val="40000"/>
                </a:srgbClr>
              </a:solidFill>
              <a:ln>
                <a:solidFill>
                  <a:srgbClr val="39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Prim2Wigner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39" name="Straight Arrow Connector 438">
                <a:extLst>
                  <a:ext uri="{FF2B5EF4-FFF2-40B4-BE49-F238E27FC236}">
                    <a16:creationId xmlns:a16="http://schemas.microsoft.com/office/drawing/2014/main" id="{E1952ECE-7367-B7E2-436C-38897E832524}"/>
                  </a:ext>
                </a:extLst>
              </p:cNvPr>
              <p:cNvCxnSpPr>
                <a:cxnSpLocks/>
                <a:stCxn id="437" idx="2"/>
                <a:endCxn id="54" idx="0"/>
              </p:cNvCxnSpPr>
              <p:nvPr/>
            </p:nvCxnSpPr>
            <p:spPr>
              <a:xfrm>
                <a:off x="9502716" y="1459636"/>
                <a:ext cx="9199" cy="11705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Straight Arrow Connector 451">
                <a:extLst>
                  <a:ext uri="{FF2B5EF4-FFF2-40B4-BE49-F238E27FC236}">
                    <a16:creationId xmlns:a16="http://schemas.microsoft.com/office/drawing/2014/main" id="{A792E9DD-0246-79FD-B44A-371B65FEBC7A}"/>
                  </a:ext>
                </a:extLst>
              </p:cNvPr>
              <p:cNvCxnSpPr>
                <a:cxnSpLocks/>
                <a:stCxn id="435" idx="2"/>
                <a:endCxn id="462" idx="0"/>
              </p:cNvCxnSpPr>
              <p:nvPr/>
            </p:nvCxnSpPr>
            <p:spPr>
              <a:xfrm>
                <a:off x="9506844" y="3564945"/>
                <a:ext cx="5078" cy="10652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6" name="Rectangle: Rounded Corners 455">
                <a:extLst>
                  <a:ext uri="{FF2B5EF4-FFF2-40B4-BE49-F238E27FC236}">
                    <a16:creationId xmlns:a16="http://schemas.microsoft.com/office/drawing/2014/main" id="{B1C26E44-2E78-4C00-89CB-104C0CBB29B4}"/>
                  </a:ext>
                </a:extLst>
              </p:cNvPr>
              <p:cNvSpPr/>
              <p:nvPr/>
            </p:nvSpPr>
            <p:spPr>
              <a:xfrm>
                <a:off x="8880272" y="812478"/>
                <a:ext cx="1231967" cy="212518"/>
              </a:xfrm>
              <a:prstGeom prst="roundRect">
                <a:avLst/>
              </a:prstGeom>
              <a:solidFill>
                <a:srgbClr val="FFECA9">
                  <a:alpha val="40000"/>
                </a:srgbClr>
              </a:solidFill>
              <a:ln>
                <a:solidFill>
                  <a:srgbClr val="39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 err="1">
                    <a:solidFill>
                      <a:schemeClr val="tx1"/>
                    </a:solidFill>
                  </a:rPr>
                  <a:t>Upsampling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2" name="Rectangle: Rounded Corners 461">
                <a:extLst>
                  <a:ext uri="{FF2B5EF4-FFF2-40B4-BE49-F238E27FC236}">
                    <a16:creationId xmlns:a16="http://schemas.microsoft.com/office/drawing/2014/main" id="{67401212-206A-43E1-21EA-D0D9B73DB353}"/>
                  </a:ext>
                </a:extLst>
              </p:cNvPr>
              <p:cNvSpPr/>
              <p:nvPr/>
            </p:nvSpPr>
            <p:spPr>
              <a:xfrm>
                <a:off x="8894896" y="3671470"/>
                <a:ext cx="1234051" cy="415912"/>
              </a:xfrm>
              <a:prstGeom prst="roundRect">
                <a:avLst/>
              </a:prstGeom>
              <a:solidFill>
                <a:srgbClr val="C2E8F7"/>
              </a:solidFill>
              <a:ln>
                <a:solidFill>
                  <a:srgbClr val="39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Feed</a:t>
                </a:r>
              </a:p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Forward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66" name="Straight Arrow Connector 465">
                <a:extLst>
                  <a:ext uri="{FF2B5EF4-FFF2-40B4-BE49-F238E27FC236}">
                    <a16:creationId xmlns:a16="http://schemas.microsoft.com/office/drawing/2014/main" id="{B4A5F8C0-3029-57DD-5CA9-09D4087CF54C}"/>
                  </a:ext>
                </a:extLst>
              </p:cNvPr>
              <p:cNvCxnSpPr>
                <a:cxnSpLocks/>
                <a:stCxn id="462" idx="2"/>
              </p:cNvCxnSpPr>
              <p:nvPr/>
            </p:nvCxnSpPr>
            <p:spPr>
              <a:xfrm>
                <a:off x="9511922" y="4087382"/>
                <a:ext cx="0" cy="1633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0" name="TextBox 469">
                    <a:extLst>
                      <a:ext uri="{FF2B5EF4-FFF2-40B4-BE49-F238E27FC236}">
                        <a16:creationId xmlns:a16="http://schemas.microsoft.com/office/drawing/2014/main" id="{1B50F32C-A2A9-EC60-09D7-8D9918C9B028}"/>
                      </a:ext>
                    </a:extLst>
                  </p:cNvPr>
                  <p:cNvSpPr txBox="1"/>
                  <p:nvPr/>
                </p:nvSpPr>
                <p:spPr>
                  <a:xfrm>
                    <a:off x="8770865" y="4527971"/>
                    <a:ext cx="1457241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</m:sub>
                            <m:sup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470" name="TextBox 469">
                    <a:extLst>
                      <a:ext uri="{FF2B5EF4-FFF2-40B4-BE49-F238E27FC236}">
                        <a16:creationId xmlns:a16="http://schemas.microsoft.com/office/drawing/2014/main" id="{1B50F32C-A2A9-EC60-09D7-8D9918C9B0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70865" y="4527971"/>
                    <a:ext cx="1457241" cy="307777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b="-78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0" name="Straight Arrow Connector 479">
                <a:extLst>
                  <a:ext uri="{FF2B5EF4-FFF2-40B4-BE49-F238E27FC236}">
                    <a16:creationId xmlns:a16="http://schemas.microsoft.com/office/drawing/2014/main" id="{F2843A54-AFD1-349A-B1E7-95087E8715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966598" y="457084"/>
                <a:ext cx="6458" cy="35539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6" name="TextBox 505">
                <a:extLst>
                  <a:ext uri="{FF2B5EF4-FFF2-40B4-BE49-F238E27FC236}">
                    <a16:creationId xmlns:a16="http://schemas.microsoft.com/office/drawing/2014/main" id="{5FE162A5-B544-2FFE-334A-DED267386014}"/>
                  </a:ext>
                </a:extLst>
              </p:cNvPr>
              <p:cNvSpPr txBox="1"/>
              <p:nvPr/>
            </p:nvSpPr>
            <p:spPr>
              <a:xfrm>
                <a:off x="8302331" y="24695"/>
                <a:ext cx="3962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(d)</a:t>
                </a:r>
                <a:endParaRPr lang="zh-CN" altLang="en-US" sz="1400" b="1" dirty="0"/>
              </a:p>
            </p:txBody>
          </p:sp>
        </p:grp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CB5A6863-3ACC-12BD-503A-22A9BD48C1A3}"/>
                </a:ext>
              </a:extLst>
            </p:cNvPr>
            <p:cNvSpPr txBox="1"/>
            <p:nvPr/>
          </p:nvSpPr>
          <p:spPr>
            <a:xfrm>
              <a:off x="8413914" y="620660"/>
              <a:ext cx="168868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Equi-VAE Embedder</a:t>
              </a:r>
              <a:endPara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Rectangle: Rounded Corners 463">
              <a:extLst>
                <a:ext uri="{FF2B5EF4-FFF2-40B4-BE49-F238E27FC236}">
                  <a16:creationId xmlns:a16="http://schemas.microsoft.com/office/drawing/2014/main" id="{03CF6E23-4FEA-2373-5D02-51CDAB77342B}"/>
                </a:ext>
              </a:extLst>
            </p:cNvPr>
            <p:cNvSpPr/>
            <p:nvPr/>
          </p:nvSpPr>
          <p:spPr>
            <a:xfrm>
              <a:off x="9270159" y="2371208"/>
              <a:ext cx="647482" cy="150049"/>
            </a:xfrm>
            <a:prstGeom prst="roundRect">
              <a:avLst/>
            </a:prstGeom>
            <a:solidFill>
              <a:srgbClr val="FFFFCC"/>
            </a:solidFill>
            <a:ln w="12700"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Latent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67" name="Rectangle: Rounded Corners 466">
              <a:extLst>
                <a:ext uri="{FF2B5EF4-FFF2-40B4-BE49-F238E27FC236}">
                  <a16:creationId xmlns:a16="http://schemas.microsoft.com/office/drawing/2014/main" id="{515DC461-F5D7-6BFA-F448-899D70C8BDA2}"/>
                </a:ext>
              </a:extLst>
            </p:cNvPr>
            <p:cNvSpPr/>
            <p:nvPr/>
          </p:nvSpPr>
          <p:spPr>
            <a:xfrm>
              <a:off x="9192716" y="4346844"/>
              <a:ext cx="832275" cy="20286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55000"/>
              </a:schemeClr>
            </a:solidFill>
            <a:ln>
              <a:solidFill>
                <a:srgbClr val="39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1"/>
                  </a:solidFill>
                </a:rPr>
                <a:t>Softmax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471" name="Straight Arrow Connector 470">
              <a:extLst>
                <a:ext uri="{FF2B5EF4-FFF2-40B4-BE49-F238E27FC236}">
                  <a16:creationId xmlns:a16="http://schemas.microsoft.com/office/drawing/2014/main" id="{4323CC99-DB07-A280-04CA-787880351884}"/>
                </a:ext>
              </a:extLst>
            </p:cNvPr>
            <p:cNvCxnSpPr>
              <a:cxnSpLocks/>
              <a:stCxn id="467" idx="2"/>
            </p:cNvCxnSpPr>
            <p:nvPr/>
          </p:nvCxnSpPr>
          <p:spPr>
            <a:xfrm flipH="1">
              <a:off x="9608282" y="4549713"/>
              <a:ext cx="572" cy="1931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C8BFD86-6545-3E15-47FE-0F2CFEAF9C4C}"/>
              </a:ext>
            </a:extLst>
          </p:cNvPr>
          <p:cNvGrpSpPr/>
          <p:nvPr/>
        </p:nvGrpSpPr>
        <p:grpSpPr>
          <a:xfrm>
            <a:off x="-30889" y="3497742"/>
            <a:ext cx="5935210" cy="1207503"/>
            <a:chOff x="-30889" y="3588252"/>
            <a:chExt cx="5935210" cy="12075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7B00E5E2-59CA-AD44-63EB-0EF93E21A268}"/>
                    </a:ext>
                  </a:extLst>
                </p:cNvPr>
                <p:cNvSpPr txBox="1"/>
                <p:nvPr/>
              </p:nvSpPr>
              <p:spPr>
                <a:xfrm>
                  <a:off x="658597" y="3618548"/>
                  <a:ext cx="209355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US" altLang="zh-CN" sz="1800" b="0" i="1" dirty="0">
                    <a:latin typeface="Cambria Math" panose="02040503050406030204" pitchFamily="18" charset="0"/>
                  </a:endParaRPr>
                </a:p>
                <a:p>
                  <a:endParaRPr lang="zh-CN" altLang="en-US" sz="1800" dirty="0"/>
                </a:p>
              </p:txBody>
            </p:sp>
          </mc:Choice>
          <mc:Fallback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7B00E5E2-59CA-AD44-63EB-0EF93E21A2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597" y="3618548"/>
                  <a:ext cx="209355" cy="646331"/>
                </a:xfrm>
                <a:prstGeom prst="rect">
                  <a:avLst/>
                </a:prstGeom>
                <a:blipFill>
                  <a:blip r:embed="rId27"/>
                  <a:stretch>
                    <a:fillRect r="-382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A2FA9C9B-B9FC-1CC4-FD5A-E2FCEFB1924C}"/>
                </a:ext>
              </a:extLst>
            </p:cNvPr>
            <p:cNvGrpSpPr/>
            <p:nvPr/>
          </p:nvGrpSpPr>
          <p:grpSpPr>
            <a:xfrm>
              <a:off x="-30889" y="3644287"/>
              <a:ext cx="5935210" cy="1151468"/>
              <a:chOff x="-30889" y="3644287"/>
              <a:chExt cx="5935210" cy="115146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8" name="TextBox 497">
                    <a:extLst>
                      <a:ext uri="{FF2B5EF4-FFF2-40B4-BE49-F238E27FC236}">
                        <a16:creationId xmlns:a16="http://schemas.microsoft.com/office/drawing/2014/main" id="{802D14E4-9547-DD72-4F69-F2AADB3B94D6}"/>
                      </a:ext>
                    </a:extLst>
                  </p:cNvPr>
                  <p:cNvSpPr txBox="1"/>
                  <p:nvPr/>
                </p:nvSpPr>
                <p:spPr>
                  <a:xfrm>
                    <a:off x="5356350" y="4035028"/>
                    <a:ext cx="547971" cy="3207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498" name="TextBox 497">
                    <a:extLst>
                      <a:ext uri="{FF2B5EF4-FFF2-40B4-BE49-F238E27FC236}">
                        <a16:creationId xmlns:a16="http://schemas.microsoft.com/office/drawing/2014/main" id="{802D14E4-9547-DD72-4F69-F2AADB3B94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6350" y="4035028"/>
                    <a:ext cx="547971" cy="320729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b="-754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F605EA6-037B-ACD1-FFBE-61F1C0658418}"/>
                  </a:ext>
                </a:extLst>
              </p:cNvPr>
              <p:cNvGrpSpPr/>
              <p:nvPr/>
            </p:nvGrpSpPr>
            <p:grpSpPr>
              <a:xfrm>
                <a:off x="1080390" y="3644287"/>
                <a:ext cx="3100025" cy="1151468"/>
                <a:chOff x="1962809" y="4077100"/>
                <a:chExt cx="2387500" cy="1205109"/>
              </a:xfrm>
            </p:grpSpPr>
            <p:sp>
              <p:nvSpPr>
                <p:cNvPr id="23" name="Right Triangle 22">
                  <a:extLst>
                    <a:ext uri="{FF2B5EF4-FFF2-40B4-BE49-F238E27FC236}">
                      <a16:creationId xmlns:a16="http://schemas.microsoft.com/office/drawing/2014/main" id="{40540733-0609-42AC-A036-D919A7FD8281}"/>
                    </a:ext>
                  </a:extLst>
                </p:cNvPr>
                <p:cNvSpPr/>
                <p:nvPr/>
              </p:nvSpPr>
              <p:spPr>
                <a:xfrm rot="10800000">
                  <a:off x="3817594" y="4077100"/>
                  <a:ext cx="532715" cy="532717"/>
                </a:xfrm>
                <a:prstGeom prst="rtTriangle">
                  <a:avLst/>
                </a:prstGeom>
                <a:solidFill>
                  <a:srgbClr val="FDEDE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" name="Right Triangle 23">
                  <a:extLst>
                    <a:ext uri="{FF2B5EF4-FFF2-40B4-BE49-F238E27FC236}">
                      <a16:creationId xmlns:a16="http://schemas.microsoft.com/office/drawing/2014/main" id="{2F750836-EC39-C432-C24B-9D3E95A81DE6}"/>
                    </a:ext>
                  </a:extLst>
                </p:cNvPr>
                <p:cNvSpPr/>
                <p:nvPr/>
              </p:nvSpPr>
              <p:spPr>
                <a:xfrm>
                  <a:off x="1965191" y="4739576"/>
                  <a:ext cx="532717" cy="532717"/>
                </a:xfrm>
                <a:prstGeom prst="rtTriangle">
                  <a:avLst/>
                </a:prstGeom>
                <a:solidFill>
                  <a:srgbClr val="FDEDE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6CA1F3AD-296A-1750-3A20-6F297167727A}"/>
                    </a:ext>
                  </a:extLst>
                </p:cNvPr>
                <p:cNvSpPr/>
                <p:nvPr/>
              </p:nvSpPr>
              <p:spPr>
                <a:xfrm>
                  <a:off x="1962809" y="4077100"/>
                  <a:ext cx="2386619" cy="1205109"/>
                </a:xfrm>
                <a:prstGeom prst="roundRect">
                  <a:avLst>
                    <a:gd name="adj" fmla="val 2994"/>
                  </a:avLst>
                </a:prstGeom>
                <a:noFill/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163" name="Flowchart: Or 162">
                <a:extLst>
                  <a:ext uri="{FF2B5EF4-FFF2-40B4-BE49-F238E27FC236}">
                    <a16:creationId xmlns:a16="http://schemas.microsoft.com/office/drawing/2014/main" id="{281E9742-9BC6-333B-BFB9-F6A70ADCD8E5}"/>
                  </a:ext>
                </a:extLst>
              </p:cNvPr>
              <p:cNvSpPr/>
              <p:nvPr/>
            </p:nvSpPr>
            <p:spPr>
              <a:xfrm>
                <a:off x="3607789" y="4130063"/>
                <a:ext cx="170886" cy="170886"/>
              </a:xfrm>
              <a:prstGeom prst="flowChar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7" name="Rectangle: Rounded Corners 486">
                <a:extLst>
                  <a:ext uri="{FF2B5EF4-FFF2-40B4-BE49-F238E27FC236}">
                    <a16:creationId xmlns:a16="http://schemas.microsoft.com/office/drawing/2014/main" id="{443B0D9D-97C1-6E09-7CBC-0AF8D7CB9F27}"/>
                  </a:ext>
                </a:extLst>
              </p:cNvPr>
              <p:cNvSpPr/>
              <p:nvPr/>
            </p:nvSpPr>
            <p:spPr>
              <a:xfrm>
                <a:off x="1210583" y="4415280"/>
                <a:ext cx="2182603" cy="264583"/>
              </a:xfrm>
              <a:prstGeom prst="roundRect">
                <a:avLst/>
              </a:prstGeom>
              <a:solidFill>
                <a:srgbClr val="FBE1E1"/>
              </a:solidFill>
              <a:ln>
                <a:solidFill>
                  <a:srgbClr val="39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Equi-VAE KS State Embedder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8" name="Rectangle: Rounded Corners 487">
                <a:extLst>
                  <a:ext uri="{FF2B5EF4-FFF2-40B4-BE49-F238E27FC236}">
                    <a16:creationId xmlns:a16="http://schemas.microsoft.com/office/drawing/2014/main" id="{9A3A0655-5B26-5C57-6273-41B415B6E1D7}"/>
                  </a:ext>
                </a:extLst>
              </p:cNvPr>
              <p:cNvSpPr/>
              <p:nvPr/>
            </p:nvSpPr>
            <p:spPr>
              <a:xfrm>
                <a:off x="1191222" y="3706594"/>
                <a:ext cx="2201964" cy="264583"/>
              </a:xfrm>
              <a:prstGeom prst="roundRect">
                <a:avLst/>
              </a:prstGeom>
              <a:solidFill>
                <a:srgbClr val="FDEDEC">
                  <a:alpha val="35000"/>
                </a:srgbClr>
              </a:solidFill>
              <a:ln>
                <a:solidFill>
                  <a:srgbClr val="39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Cond/Val Band Embedder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9" name="Rectangle: Rounded Corners 488">
                <a:extLst>
                  <a:ext uri="{FF2B5EF4-FFF2-40B4-BE49-F238E27FC236}">
                    <a16:creationId xmlns:a16="http://schemas.microsoft.com/office/drawing/2014/main" id="{298B08D8-F17D-AF12-E7AA-380198B08A89}"/>
                  </a:ext>
                </a:extLst>
              </p:cNvPr>
              <p:cNvSpPr/>
              <p:nvPr/>
            </p:nvSpPr>
            <p:spPr>
              <a:xfrm>
                <a:off x="1200128" y="4048399"/>
                <a:ext cx="2195440" cy="264583"/>
              </a:xfrm>
              <a:prstGeom prst="roundRect">
                <a:avLst/>
              </a:prstGeom>
              <a:solidFill>
                <a:srgbClr val="FEF2F2">
                  <a:alpha val="35000"/>
                </a:srgbClr>
              </a:solidFill>
              <a:ln>
                <a:solidFill>
                  <a:srgbClr val="393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K-space Positional Embedder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0" name="TextBox 489">
                    <a:extLst>
                      <a:ext uri="{FF2B5EF4-FFF2-40B4-BE49-F238E27FC236}">
                        <a16:creationId xmlns:a16="http://schemas.microsoft.com/office/drawing/2014/main" id="{D342A171-BF50-0ADB-482E-39DFE59D41CE}"/>
                      </a:ext>
                    </a:extLst>
                  </p:cNvPr>
                  <p:cNvSpPr txBox="1"/>
                  <p:nvPr/>
                </p:nvSpPr>
                <p:spPr>
                  <a:xfrm>
                    <a:off x="-30889" y="4399931"/>
                    <a:ext cx="823720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𝑛𝑘</m:t>
                                  </m:r>
                                </m:sub>
                              </m:sSub>
                              <m:r>
                                <a:rPr lang="zh-CN" altLang="en-US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altLang="zh-CN" sz="1400" b="0" i="0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490" name="TextBox 489">
                    <a:extLst>
                      <a:ext uri="{FF2B5EF4-FFF2-40B4-BE49-F238E27FC236}">
                        <a16:creationId xmlns:a16="http://schemas.microsoft.com/office/drawing/2014/main" id="{D342A171-BF50-0ADB-482E-39DFE59D41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0889" y="4399931"/>
                    <a:ext cx="823720" cy="307777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r="-31111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91" name="Rectangle 107">
                <a:extLst>
                  <a:ext uri="{FF2B5EF4-FFF2-40B4-BE49-F238E27FC236}">
                    <a16:creationId xmlns:a16="http://schemas.microsoft.com/office/drawing/2014/main" id="{DF1C7B09-2C86-954A-401F-348C62F7AD5E}"/>
                  </a:ext>
                </a:extLst>
              </p:cNvPr>
              <p:cNvSpPr/>
              <p:nvPr/>
            </p:nvSpPr>
            <p:spPr>
              <a:xfrm rot="16200000" flipH="1">
                <a:off x="3341018" y="3950458"/>
                <a:ext cx="320730" cy="209359"/>
              </a:xfrm>
              <a:custGeom>
                <a:avLst/>
                <a:gdLst>
                  <a:gd name="connsiteX0" fmla="*/ 0 w 1063961"/>
                  <a:gd name="connsiteY0" fmla="*/ 0 h 733578"/>
                  <a:gd name="connsiteX1" fmla="*/ 1063961 w 1063961"/>
                  <a:gd name="connsiteY1" fmla="*/ 0 h 733578"/>
                  <a:gd name="connsiteX2" fmla="*/ 1063961 w 1063961"/>
                  <a:gd name="connsiteY2" fmla="*/ 733578 h 733578"/>
                  <a:gd name="connsiteX3" fmla="*/ 0 w 1063961"/>
                  <a:gd name="connsiteY3" fmla="*/ 733578 h 733578"/>
                  <a:gd name="connsiteX4" fmla="*/ 0 w 1063961"/>
                  <a:gd name="connsiteY4" fmla="*/ 0 h 733578"/>
                  <a:gd name="connsiteX0" fmla="*/ 1063961 w 1063961"/>
                  <a:gd name="connsiteY0" fmla="*/ 0 h 733578"/>
                  <a:gd name="connsiteX1" fmla="*/ 1063961 w 1063961"/>
                  <a:gd name="connsiteY1" fmla="*/ 733578 h 733578"/>
                  <a:gd name="connsiteX2" fmla="*/ 0 w 1063961"/>
                  <a:gd name="connsiteY2" fmla="*/ 733578 h 733578"/>
                  <a:gd name="connsiteX3" fmla="*/ 91440 w 1063961"/>
                  <a:gd name="connsiteY3" fmla="*/ 91440 h 733578"/>
                  <a:gd name="connsiteX0" fmla="*/ 1063961 w 1063961"/>
                  <a:gd name="connsiteY0" fmla="*/ 0 h 733578"/>
                  <a:gd name="connsiteX1" fmla="*/ 1063961 w 1063961"/>
                  <a:gd name="connsiteY1" fmla="*/ 733578 h 733578"/>
                  <a:gd name="connsiteX2" fmla="*/ 0 w 1063961"/>
                  <a:gd name="connsiteY2" fmla="*/ 733578 h 733578"/>
                  <a:gd name="connsiteX3" fmla="*/ 2540 w 1063961"/>
                  <a:gd name="connsiteY3" fmla="*/ 49106 h 733578"/>
                  <a:gd name="connsiteX0" fmla="*/ 1063961 w 1063961"/>
                  <a:gd name="connsiteY0" fmla="*/ 3991 h 737569"/>
                  <a:gd name="connsiteX1" fmla="*/ 1063961 w 1063961"/>
                  <a:gd name="connsiteY1" fmla="*/ 737569 h 737569"/>
                  <a:gd name="connsiteX2" fmla="*/ 0 w 1063961"/>
                  <a:gd name="connsiteY2" fmla="*/ 737569 h 737569"/>
                  <a:gd name="connsiteX3" fmla="*/ 6790 w 1063961"/>
                  <a:gd name="connsiteY3" fmla="*/ 0 h 737569"/>
                  <a:gd name="connsiteX0" fmla="*/ 1063961 w 1063961"/>
                  <a:gd name="connsiteY0" fmla="*/ 2180 h 735758"/>
                  <a:gd name="connsiteX1" fmla="*/ 1063961 w 1063961"/>
                  <a:gd name="connsiteY1" fmla="*/ 735758 h 735758"/>
                  <a:gd name="connsiteX2" fmla="*/ 0 w 1063961"/>
                  <a:gd name="connsiteY2" fmla="*/ 735758 h 735758"/>
                  <a:gd name="connsiteX3" fmla="*/ 415 w 1063961"/>
                  <a:gd name="connsiteY3" fmla="*/ 0 h 735758"/>
                  <a:gd name="connsiteX0" fmla="*/ 1063961 w 1063961"/>
                  <a:gd name="connsiteY0" fmla="*/ 197473 h 931051"/>
                  <a:gd name="connsiteX1" fmla="*/ 1063961 w 1063961"/>
                  <a:gd name="connsiteY1" fmla="*/ 931051 h 931051"/>
                  <a:gd name="connsiteX2" fmla="*/ 0 w 1063961"/>
                  <a:gd name="connsiteY2" fmla="*/ 931051 h 931051"/>
                  <a:gd name="connsiteX3" fmla="*/ 415 w 1063961"/>
                  <a:gd name="connsiteY3" fmla="*/ 0 h 931051"/>
                  <a:gd name="connsiteX0" fmla="*/ 1064986 w 1064986"/>
                  <a:gd name="connsiteY0" fmla="*/ 407377 h 1140955"/>
                  <a:gd name="connsiteX1" fmla="*/ 1064986 w 1064986"/>
                  <a:gd name="connsiteY1" fmla="*/ 1140955 h 1140955"/>
                  <a:gd name="connsiteX2" fmla="*/ 1025 w 1064986"/>
                  <a:gd name="connsiteY2" fmla="*/ 1140955 h 1140955"/>
                  <a:gd name="connsiteX3" fmla="*/ 0 w 1064986"/>
                  <a:gd name="connsiteY3" fmla="*/ 0 h 1140955"/>
                  <a:gd name="connsiteX0" fmla="*/ 1067155 w 1067155"/>
                  <a:gd name="connsiteY0" fmla="*/ -1 h 733577"/>
                  <a:gd name="connsiteX1" fmla="*/ 1067155 w 1067155"/>
                  <a:gd name="connsiteY1" fmla="*/ 733577 h 733577"/>
                  <a:gd name="connsiteX2" fmla="*/ 3194 w 1067155"/>
                  <a:gd name="connsiteY2" fmla="*/ 733577 h 733577"/>
                  <a:gd name="connsiteX3" fmla="*/ 0 w 1067155"/>
                  <a:gd name="connsiteY3" fmla="*/ 84111 h 733577"/>
                  <a:gd name="connsiteX0" fmla="*/ 1067155 w 1067155"/>
                  <a:gd name="connsiteY0" fmla="*/ 8990 h 742568"/>
                  <a:gd name="connsiteX1" fmla="*/ 1067155 w 1067155"/>
                  <a:gd name="connsiteY1" fmla="*/ 742568 h 742568"/>
                  <a:gd name="connsiteX2" fmla="*/ 3194 w 1067155"/>
                  <a:gd name="connsiteY2" fmla="*/ 742568 h 742568"/>
                  <a:gd name="connsiteX3" fmla="*/ 0 w 1067155"/>
                  <a:gd name="connsiteY3" fmla="*/ 0 h 742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7155" h="742568">
                    <a:moveTo>
                      <a:pt x="1067155" y="8990"/>
                    </a:moveTo>
                    <a:lnTo>
                      <a:pt x="1067155" y="742568"/>
                    </a:lnTo>
                    <a:lnTo>
                      <a:pt x="3194" y="742568"/>
                    </a:lnTo>
                    <a:cubicBezTo>
                      <a:pt x="3194" y="498042"/>
                      <a:pt x="0" y="0"/>
                      <a:pt x="0" y="0"/>
                    </a:cubicBezTo>
                  </a:path>
                </a:pathLst>
              </a:custGeom>
              <a:noFill/>
              <a:ln>
                <a:headEnd type="none"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3264A474-FBA5-2E2D-C906-79BA6E8634AA}"/>
                  </a:ext>
                </a:extLst>
              </p:cNvPr>
              <p:cNvCxnSpPr>
                <a:cxnSpLocks/>
                <a:stCxn id="163" idx="6"/>
                <a:endCxn id="130" idx="1"/>
              </p:cNvCxnSpPr>
              <p:nvPr/>
            </p:nvCxnSpPr>
            <p:spPr>
              <a:xfrm>
                <a:off x="3778675" y="4215506"/>
                <a:ext cx="531991" cy="84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02" name="TextBox 501">
                    <a:extLst>
                      <a:ext uri="{FF2B5EF4-FFF2-40B4-BE49-F238E27FC236}">
                        <a16:creationId xmlns:a16="http://schemas.microsoft.com/office/drawing/2014/main" id="{D47CD653-6E7C-3623-C375-B31A5CD2D658}"/>
                      </a:ext>
                    </a:extLst>
                  </p:cNvPr>
                  <p:cNvSpPr txBox="1"/>
                  <p:nvPr/>
                </p:nvSpPr>
                <p:spPr>
                  <a:xfrm>
                    <a:off x="642211" y="4001439"/>
                    <a:ext cx="30543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502" name="TextBox 501">
                    <a:extLst>
                      <a:ext uri="{FF2B5EF4-FFF2-40B4-BE49-F238E27FC236}">
                        <a16:creationId xmlns:a16="http://schemas.microsoft.com/office/drawing/2014/main" id="{D47CD653-6E7C-3623-C375-B31A5CD2D6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2211" y="4001439"/>
                    <a:ext cx="305430" cy="369332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r="-6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F8668EF5-346B-0AF6-2002-3D31546E64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356" y="3843813"/>
                <a:ext cx="25455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0A869BDC-1A68-7BFE-9B2A-54CA458657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786" y="4183137"/>
                <a:ext cx="25773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1A2EABF-2F51-5B11-812B-BC858CCA92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1811" y="4568168"/>
                <a:ext cx="18824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Rectangle 107">
                <a:extLst>
                  <a:ext uri="{FF2B5EF4-FFF2-40B4-BE49-F238E27FC236}">
                    <a16:creationId xmlns:a16="http://schemas.microsoft.com/office/drawing/2014/main" id="{5CD321E6-6270-0EE4-F772-5FF9EDA84ABF}"/>
                  </a:ext>
                </a:extLst>
              </p:cNvPr>
              <p:cNvSpPr/>
              <p:nvPr/>
            </p:nvSpPr>
            <p:spPr>
              <a:xfrm rot="16200000" flipH="1">
                <a:off x="3342265" y="4271191"/>
                <a:ext cx="320730" cy="209355"/>
              </a:xfrm>
              <a:custGeom>
                <a:avLst/>
                <a:gdLst>
                  <a:gd name="connsiteX0" fmla="*/ 0 w 1063961"/>
                  <a:gd name="connsiteY0" fmla="*/ 0 h 733578"/>
                  <a:gd name="connsiteX1" fmla="*/ 1063961 w 1063961"/>
                  <a:gd name="connsiteY1" fmla="*/ 0 h 733578"/>
                  <a:gd name="connsiteX2" fmla="*/ 1063961 w 1063961"/>
                  <a:gd name="connsiteY2" fmla="*/ 733578 h 733578"/>
                  <a:gd name="connsiteX3" fmla="*/ 0 w 1063961"/>
                  <a:gd name="connsiteY3" fmla="*/ 733578 h 733578"/>
                  <a:gd name="connsiteX4" fmla="*/ 0 w 1063961"/>
                  <a:gd name="connsiteY4" fmla="*/ 0 h 733578"/>
                  <a:gd name="connsiteX0" fmla="*/ 1063961 w 1063961"/>
                  <a:gd name="connsiteY0" fmla="*/ 0 h 733578"/>
                  <a:gd name="connsiteX1" fmla="*/ 1063961 w 1063961"/>
                  <a:gd name="connsiteY1" fmla="*/ 733578 h 733578"/>
                  <a:gd name="connsiteX2" fmla="*/ 0 w 1063961"/>
                  <a:gd name="connsiteY2" fmla="*/ 733578 h 733578"/>
                  <a:gd name="connsiteX3" fmla="*/ 91440 w 1063961"/>
                  <a:gd name="connsiteY3" fmla="*/ 91440 h 733578"/>
                  <a:gd name="connsiteX0" fmla="*/ 1063961 w 1063961"/>
                  <a:gd name="connsiteY0" fmla="*/ 0 h 733578"/>
                  <a:gd name="connsiteX1" fmla="*/ 1063961 w 1063961"/>
                  <a:gd name="connsiteY1" fmla="*/ 733578 h 733578"/>
                  <a:gd name="connsiteX2" fmla="*/ 0 w 1063961"/>
                  <a:gd name="connsiteY2" fmla="*/ 733578 h 733578"/>
                  <a:gd name="connsiteX3" fmla="*/ 2540 w 1063961"/>
                  <a:gd name="connsiteY3" fmla="*/ 49106 h 733578"/>
                  <a:gd name="connsiteX0" fmla="*/ 1063961 w 1063961"/>
                  <a:gd name="connsiteY0" fmla="*/ 3991 h 737569"/>
                  <a:gd name="connsiteX1" fmla="*/ 1063961 w 1063961"/>
                  <a:gd name="connsiteY1" fmla="*/ 737569 h 737569"/>
                  <a:gd name="connsiteX2" fmla="*/ 0 w 1063961"/>
                  <a:gd name="connsiteY2" fmla="*/ 737569 h 737569"/>
                  <a:gd name="connsiteX3" fmla="*/ 6790 w 1063961"/>
                  <a:gd name="connsiteY3" fmla="*/ 0 h 737569"/>
                  <a:gd name="connsiteX0" fmla="*/ 1063961 w 1063961"/>
                  <a:gd name="connsiteY0" fmla="*/ 2180 h 735758"/>
                  <a:gd name="connsiteX1" fmla="*/ 1063961 w 1063961"/>
                  <a:gd name="connsiteY1" fmla="*/ 735758 h 735758"/>
                  <a:gd name="connsiteX2" fmla="*/ 0 w 1063961"/>
                  <a:gd name="connsiteY2" fmla="*/ 735758 h 735758"/>
                  <a:gd name="connsiteX3" fmla="*/ 415 w 1063961"/>
                  <a:gd name="connsiteY3" fmla="*/ 0 h 735758"/>
                  <a:gd name="connsiteX0" fmla="*/ 1063961 w 1063961"/>
                  <a:gd name="connsiteY0" fmla="*/ 197473 h 931051"/>
                  <a:gd name="connsiteX1" fmla="*/ 1063961 w 1063961"/>
                  <a:gd name="connsiteY1" fmla="*/ 931051 h 931051"/>
                  <a:gd name="connsiteX2" fmla="*/ 0 w 1063961"/>
                  <a:gd name="connsiteY2" fmla="*/ 931051 h 931051"/>
                  <a:gd name="connsiteX3" fmla="*/ 415 w 1063961"/>
                  <a:gd name="connsiteY3" fmla="*/ 0 h 931051"/>
                  <a:gd name="connsiteX0" fmla="*/ 1064986 w 1064986"/>
                  <a:gd name="connsiteY0" fmla="*/ 407377 h 1140955"/>
                  <a:gd name="connsiteX1" fmla="*/ 1064986 w 1064986"/>
                  <a:gd name="connsiteY1" fmla="*/ 1140955 h 1140955"/>
                  <a:gd name="connsiteX2" fmla="*/ 1025 w 1064986"/>
                  <a:gd name="connsiteY2" fmla="*/ 1140955 h 1140955"/>
                  <a:gd name="connsiteX3" fmla="*/ 0 w 1064986"/>
                  <a:gd name="connsiteY3" fmla="*/ 0 h 1140955"/>
                  <a:gd name="connsiteX0" fmla="*/ 1067155 w 1067155"/>
                  <a:gd name="connsiteY0" fmla="*/ -1 h 733577"/>
                  <a:gd name="connsiteX1" fmla="*/ 1067155 w 1067155"/>
                  <a:gd name="connsiteY1" fmla="*/ 733577 h 733577"/>
                  <a:gd name="connsiteX2" fmla="*/ 3194 w 1067155"/>
                  <a:gd name="connsiteY2" fmla="*/ 733577 h 733577"/>
                  <a:gd name="connsiteX3" fmla="*/ 0 w 1067155"/>
                  <a:gd name="connsiteY3" fmla="*/ 84111 h 733577"/>
                  <a:gd name="connsiteX0" fmla="*/ 1067155 w 1067155"/>
                  <a:gd name="connsiteY0" fmla="*/ 8990 h 742568"/>
                  <a:gd name="connsiteX1" fmla="*/ 1067155 w 1067155"/>
                  <a:gd name="connsiteY1" fmla="*/ 742568 h 742568"/>
                  <a:gd name="connsiteX2" fmla="*/ 3194 w 1067155"/>
                  <a:gd name="connsiteY2" fmla="*/ 742568 h 742568"/>
                  <a:gd name="connsiteX3" fmla="*/ 0 w 1067155"/>
                  <a:gd name="connsiteY3" fmla="*/ 0 h 742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7155" h="742568">
                    <a:moveTo>
                      <a:pt x="1067155" y="8990"/>
                    </a:moveTo>
                    <a:lnTo>
                      <a:pt x="1067155" y="742568"/>
                    </a:lnTo>
                    <a:lnTo>
                      <a:pt x="3194" y="742568"/>
                    </a:lnTo>
                    <a:cubicBezTo>
                      <a:pt x="3194" y="498042"/>
                      <a:pt x="0" y="0"/>
                      <a:pt x="0" y="0"/>
                    </a:cubicBezTo>
                  </a:path>
                </a:pathLst>
              </a:custGeom>
              <a:noFill/>
              <a:ln>
                <a:headEnd type="none"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0" name="Rectangle: Rounded Corners 129">
                    <a:extLst>
                      <a:ext uri="{FF2B5EF4-FFF2-40B4-BE49-F238E27FC236}">
                        <a16:creationId xmlns:a16="http://schemas.microsoft.com/office/drawing/2014/main" id="{137137A3-FC58-5069-92FE-B68A92163B8E}"/>
                      </a:ext>
                    </a:extLst>
                  </p:cNvPr>
                  <p:cNvSpPr/>
                  <p:nvPr/>
                </p:nvSpPr>
                <p:spPr>
                  <a:xfrm>
                    <a:off x="4310666" y="3933589"/>
                    <a:ext cx="959379" cy="580676"/>
                  </a:xfrm>
                  <a:prstGeom prst="roundRect">
                    <a:avLst/>
                  </a:prstGeom>
                  <a:solidFill>
                    <a:srgbClr val="FDEDEC">
                      <a:alpha val="50000"/>
                    </a:srgbClr>
                  </a:solidFill>
                  <a:ln>
                    <a:solidFill>
                      <a:srgbClr val="3933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200" dirty="0">
                        <a:solidFill>
                          <a:schemeClr val="tx1"/>
                        </a:solidFill>
                      </a:rPr>
                      <a:t>MB Basis Assembly</a:t>
                    </a:r>
                  </a:p>
                  <a:p>
                    <a:pPr algn="ctr"/>
                    <a14:m>
                      <m:oMath xmlns:m="http://schemas.openxmlformats.org/officeDocument/2006/math">
                        <m:r>
                          <a:rPr lang="zh-CN" alt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⨁</m:t>
                        </m:r>
                      </m:oMath>
                    </a14:m>
                    <a:r>
                      <a:rPr lang="en-US" altLang="zh-CN" sz="1200" dirty="0">
                        <a:solidFill>
                          <a:schemeClr val="tx1"/>
                        </a:solidFill>
                      </a:rPr>
                      <a:t>,</a:t>
                    </a:r>
                    <a:r>
                      <a:rPr lang="zh-CN" altLang="en-US" sz="1200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zh-CN" alt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⨂</m:t>
                        </m:r>
                      </m:oMath>
                    </a14:m>
                    <a:r>
                      <a:rPr lang="en-US" altLang="zh-CN" sz="1200" dirty="0">
                        <a:solidFill>
                          <a:schemeClr val="tx1"/>
                        </a:solidFill>
                      </a:rPr>
                      <a:t>,…</a:t>
                    </a:r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30" name="Rectangle: Rounded Corners 129">
                    <a:extLst>
                      <a:ext uri="{FF2B5EF4-FFF2-40B4-BE49-F238E27FC236}">
                        <a16:creationId xmlns:a16="http://schemas.microsoft.com/office/drawing/2014/main" id="{137137A3-FC58-5069-92FE-B68A92163B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0666" y="3933589"/>
                    <a:ext cx="959379" cy="580676"/>
                  </a:xfrm>
                  <a:prstGeom prst="roundRect">
                    <a:avLst/>
                  </a:prstGeom>
                  <a:blipFill>
                    <a:blip r:embed="rId31"/>
                    <a:stretch>
                      <a:fillRect t="-4040" b="-11111"/>
                    </a:stretch>
                  </a:blipFill>
                  <a:ln>
                    <a:solidFill>
                      <a:srgbClr val="393333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2" name="Straight Arrow Connector 131">
                <a:extLst>
                  <a:ext uri="{FF2B5EF4-FFF2-40B4-BE49-F238E27FC236}">
                    <a16:creationId xmlns:a16="http://schemas.microsoft.com/office/drawing/2014/main" id="{F39F745C-4D36-77CA-79CE-BFAF1906DC47}"/>
                  </a:ext>
                </a:extLst>
              </p:cNvPr>
              <p:cNvCxnSpPr>
                <a:cxnSpLocks/>
                <a:stCxn id="130" idx="3"/>
              </p:cNvCxnSpPr>
              <p:nvPr/>
            </p:nvCxnSpPr>
            <p:spPr>
              <a:xfrm>
                <a:off x="5270045" y="4223927"/>
                <a:ext cx="19254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B1C4CE-6F10-2E31-CB69-8E176A010D34}"/>
                </a:ext>
              </a:extLst>
            </p:cNvPr>
            <p:cNvSpPr txBox="1"/>
            <p:nvPr/>
          </p:nvSpPr>
          <p:spPr>
            <a:xfrm>
              <a:off x="3247545" y="3588252"/>
              <a:ext cx="10716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</a:rPr>
                <a:t>Embedder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2DD9ADF3-AD76-E2F9-E200-5B79F7423F71}"/>
              </a:ext>
            </a:extLst>
          </p:cNvPr>
          <p:cNvSpPr/>
          <p:nvPr/>
        </p:nvSpPr>
        <p:spPr>
          <a:xfrm>
            <a:off x="330361" y="746924"/>
            <a:ext cx="3015038" cy="1558377"/>
          </a:xfrm>
          <a:prstGeom prst="roundRect">
            <a:avLst>
              <a:gd name="adj" fmla="val 2994"/>
            </a:avLst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1D86525-99B3-58B7-5833-A552B5C24EA8}"/>
              </a:ext>
            </a:extLst>
          </p:cNvPr>
          <p:cNvSpPr txBox="1"/>
          <p:nvPr/>
        </p:nvSpPr>
        <p:spPr>
          <a:xfrm>
            <a:off x="155424" y="697660"/>
            <a:ext cx="132680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MBformer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3B4B6C48-7885-9DEF-00B5-AAF1B0B44838}"/>
                  </a:ext>
                </a:extLst>
              </p:cNvPr>
              <p:cNvSpPr txBox="1"/>
              <p:nvPr/>
            </p:nvSpPr>
            <p:spPr>
              <a:xfrm>
                <a:off x="2631003" y="328648"/>
                <a:ext cx="8111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𝑄𝑃</m:t>
                          </m:r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1200" dirty="0"/>
              </a:p>
            </p:txBody>
          </p:sp>
        </mc:Choice>
        <mc:Fallback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3B4B6C48-7885-9DEF-00B5-AAF1B0B44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003" y="328648"/>
                <a:ext cx="811119" cy="276999"/>
              </a:xfrm>
              <a:prstGeom prst="rect">
                <a:avLst/>
              </a:prstGeom>
              <a:blipFill>
                <a:blip r:embed="rId3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F24053C4-A13B-3A10-AE0B-5D13C403A859}"/>
                  </a:ext>
                </a:extLst>
              </p:cNvPr>
              <p:cNvSpPr txBox="1"/>
              <p:nvPr/>
            </p:nvSpPr>
            <p:spPr>
              <a:xfrm rot="5400000">
                <a:off x="7588989" y="3875124"/>
                <a:ext cx="8111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𝑄𝑃</m:t>
                          </m:r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1200" dirty="0"/>
              </a:p>
            </p:txBody>
          </p:sp>
        </mc:Choice>
        <mc:Fallback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F24053C4-A13B-3A10-AE0B-5D13C403A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588989" y="3875124"/>
                <a:ext cx="811119" cy="276999"/>
              </a:xfrm>
              <a:prstGeom prst="rect">
                <a:avLst/>
              </a:prstGeom>
              <a:blipFill>
                <a:blip r:embed="rId33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94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F7E9CC1-7742-83C1-945F-88CBD645E56E}"/>
              </a:ext>
            </a:extLst>
          </p:cNvPr>
          <p:cNvSpPr/>
          <p:nvPr/>
        </p:nvSpPr>
        <p:spPr>
          <a:xfrm>
            <a:off x="3220997" y="1974851"/>
            <a:ext cx="1448245" cy="1199808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FBE1E1">
                  <a:alpha val="16000"/>
                </a:srgbClr>
              </a:gs>
            </a:gsLst>
            <a:path path="shape">
              <a:fillToRect l="50000" t="50000" r="50000" b="50000"/>
            </a:path>
          </a:gradFill>
          <a:ln>
            <a:solidFill>
              <a:srgbClr val="39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1752C14-1C2A-4D71-9066-1B79C9CA6254}"/>
                  </a:ext>
                </a:extLst>
              </p:cNvPr>
              <p:cNvSpPr txBox="1"/>
              <p:nvPr/>
            </p:nvSpPr>
            <p:spPr>
              <a:xfrm>
                <a:off x="1836751" y="2971893"/>
                <a:ext cx="69179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"/>
                          <m:endChr m:val="⟩"/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1752C14-1C2A-4D71-9066-1B79C9CA6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751" y="2971893"/>
                <a:ext cx="691792" cy="215444"/>
              </a:xfrm>
              <a:prstGeom prst="rect">
                <a:avLst/>
              </a:prstGeom>
              <a:blipFill>
                <a:blip r:embed="rId2"/>
                <a:stretch>
                  <a:fillRect l="-10526" t="-171429" r="-50000" b="-25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79AEE2A7-B5AD-DB51-8DB8-A9F03B72A8E1}"/>
              </a:ext>
            </a:extLst>
          </p:cNvPr>
          <p:cNvGrpSpPr/>
          <p:nvPr/>
        </p:nvGrpSpPr>
        <p:grpSpPr>
          <a:xfrm>
            <a:off x="1922125" y="2142567"/>
            <a:ext cx="435761" cy="401412"/>
            <a:chOff x="2305355" y="2093785"/>
            <a:chExt cx="435761" cy="401412"/>
          </a:xfrm>
        </p:grpSpPr>
        <p:grpSp>
          <p:nvGrpSpPr>
            <p:cNvPr id="484" name="Group 483">
              <a:extLst>
                <a:ext uri="{FF2B5EF4-FFF2-40B4-BE49-F238E27FC236}">
                  <a16:creationId xmlns:a16="http://schemas.microsoft.com/office/drawing/2014/main" id="{12AE39A6-707E-3158-92C5-0BB04813F6B4}"/>
                </a:ext>
              </a:extLst>
            </p:cNvPr>
            <p:cNvGrpSpPr/>
            <p:nvPr/>
          </p:nvGrpSpPr>
          <p:grpSpPr>
            <a:xfrm>
              <a:off x="2418810" y="2218890"/>
              <a:ext cx="276308" cy="276307"/>
              <a:chOff x="4749950" y="3848174"/>
              <a:chExt cx="193023" cy="193023"/>
            </a:xfrm>
          </p:grpSpPr>
          <p:sp>
            <p:nvSpPr>
              <p:cNvPr id="482" name="Flowchart: Connector 481">
                <a:extLst>
                  <a:ext uri="{FF2B5EF4-FFF2-40B4-BE49-F238E27FC236}">
                    <a16:creationId xmlns:a16="http://schemas.microsoft.com/office/drawing/2014/main" id="{24458D8A-B702-6F1F-260B-3A7A84F9E4C8}"/>
                  </a:ext>
                </a:extLst>
              </p:cNvPr>
              <p:cNvSpPr/>
              <p:nvPr/>
            </p:nvSpPr>
            <p:spPr>
              <a:xfrm>
                <a:off x="4749950" y="3848174"/>
                <a:ext cx="193023" cy="193023"/>
              </a:xfrm>
              <a:prstGeom prst="flowChartConnector">
                <a:avLst/>
              </a:prstGeom>
              <a:gradFill flip="none" rotWithShape="1">
                <a:gsLst>
                  <a:gs pos="100000">
                    <a:schemeClr val="bg1"/>
                  </a:gs>
                  <a:gs pos="0">
                    <a:schemeClr val="accent3">
                      <a:lumMod val="45000"/>
                      <a:lumOff val="55000"/>
                    </a:schemeClr>
                  </a:gs>
                  <a:gs pos="0">
                    <a:schemeClr val="accent3">
                      <a:lumMod val="45000"/>
                      <a:lumOff val="55000"/>
                    </a:schemeClr>
                  </a:gs>
                  <a:gs pos="0">
                    <a:srgbClr val="FE9696"/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3" name="Flowchart: Connector 482">
                <a:extLst>
                  <a:ext uri="{FF2B5EF4-FFF2-40B4-BE49-F238E27FC236}">
                    <a16:creationId xmlns:a16="http://schemas.microsoft.com/office/drawing/2014/main" id="{CEC7C0D0-39BA-D267-57E3-BE69883DF8B5}"/>
                  </a:ext>
                </a:extLst>
              </p:cNvPr>
              <p:cNvSpPr/>
              <p:nvPr/>
            </p:nvSpPr>
            <p:spPr>
              <a:xfrm>
                <a:off x="4832478" y="3925577"/>
                <a:ext cx="27966" cy="27966"/>
              </a:xfrm>
              <a:prstGeom prst="flowChartConnector">
                <a:avLst/>
              </a:prstGeom>
              <a:solidFill>
                <a:srgbClr val="FF6D6D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DA1666FE-4F84-A869-B950-46829624AAC5}"/>
                    </a:ext>
                  </a:extLst>
                </p:cNvPr>
                <p:cNvSpPr txBox="1"/>
                <p:nvPr/>
              </p:nvSpPr>
              <p:spPr>
                <a:xfrm>
                  <a:off x="2305355" y="2093785"/>
                  <a:ext cx="4357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400" b="1" i="1" dirty="0" smtClean="0">
                                <a:solidFill>
                                  <a:srgbClr val="CB2D2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1" i="1" dirty="0" smtClean="0">
                                <a:solidFill>
                                  <a:srgbClr val="CB2D2D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1400" b="1" i="1" dirty="0" smtClean="0">
                                <a:solidFill>
                                  <a:srgbClr val="CB2D2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zh-CN" altLang="en-US" sz="1400" b="1" dirty="0">
                    <a:solidFill>
                      <a:srgbClr val="CB2D2D"/>
                    </a:solidFill>
                  </a:endParaRPr>
                </a:p>
              </p:txBody>
            </p:sp>
          </mc:Choice>
          <mc:Fallback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DA1666FE-4F84-A869-B950-46829624A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5355" y="2093785"/>
                  <a:ext cx="435761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1ED68E-4274-BAFD-607C-F7683BC902C7}"/>
              </a:ext>
            </a:extLst>
          </p:cNvPr>
          <p:cNvGrpSpPr/>
          <p:nvPr/>
        </p:nvGrpSpPr>
        <p:grpSpPr>
          <a:xfrm>
            <a:off x="1922711" y="2620623"/>
            <a:ext cx="398091" cy="343849"/>
            <a:chOff x="2288824" y="2619732"/>
            <a:chExt cx="398091" cy="343849"/>
          </a:xfrm>
        </p:grpSpPr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ADDB355E-D799-E1B8-D563-5858F8F99314}"/>
                </a:ext>
              </a:extLst>
            </p:cNvPr>
            <p:cNvGrpSpPr/>
            <p:nvPr/>
          </p:nvGrpSpPr>
          <p:grpSpPr>
            <a:xfrm>
              <a:off x="2410607" y="2687274"/>
              <a:ext cx="276308" cy="276307"/>
              <a:chOff x="4749950" y="3848177"/>
              <a:chExt cx="193023" cy="193023"/>
            </a:xfrm>
          </p:grpSpPr>
          <p:sp>
            <p:nvSpPr>
              <p:cNvPr id="486" name="Flowchart: Connector 485">
                <a:extLst>
                  <a:ext uri="{FF2B5EF4-FFF2-40B4-BE49-F238E27FC236}">
                    <a16:creationId xmlns:a16="http://schemas.microsoft.com/office/drawing/2014/main" id="{AA5B85DB-50DD-74B0-AFD3-AAF1A5FA4758}"/>
                  </a:ext>
                </a:extLst>
              </p:cNvPr>
              <p:cNvSpPr/>
              <p:nvPr/>
            </p:nvSpPr>
            <p:spPr>
              <a:xfrm>
                <a:off x="4749950" y="3848177"/>
                <a:ext cx="193023" cy="193023"/>
              </a:xfrm>
              <a:prstGeom prst="flowChartConnector">
                <a:avLst/>
              </a:prstGeom>
              <a:gradFill flip="none" rotWithShape="1">
                <a:gsLst>
                  <a:gs pos="100000">
                    <a:schemeClr val="bg1"/>
                  </a:gs>
                  <a:gs pos="0">
                    <a:schemeClr val="accent3">
                      <a:lumMod val="45000"/>
                      <a:lumOff val="55000"/>
                    </a:schemeClr>
                  </a:gs>
                  <a:gs pos="0">
                    <a:schemeClr val="accent3">
                      <a:lumMod val="45000"/>
                      <a:lumOff val="55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2" name="Flowchart: Connector 491">
                <a:extLst>
                  <a:ext uri="{FF2B5EF4-FFF2-40B4-BE49-F238E27FC236}">
                    <a16:creationId xmlns:a16="http://schemas.microsoft.com/office/drawing/2014/main" id="{422EDB06-5398-4A79-46F2-0FF3C8FAD3D7}"/>
                  </a:ext>
                </a:extLst>
              </p:cNvPr>
              <p:cNvSpPr/>
              <p:nvPr/>
            </p:nvSpPr>
            <p:spPr>
              <a:xfrm>
                <a:off x="4832478" y="3959753"/>
                <a:ext cx="27966" cy="27966"/>
              </a:xfrm>
              <a:prstGeom prst="flowChartConnector">
                <a:avLst/>
              </a:prstGeom>
              <a:solidFill>
                <a:srgbClr val="0070C0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BA6ECD76-1FEF-5029-2979-8B5376B088C2}"/>
                    </a:ext>
                  </a:extLst>
                </p:cNvPr>
                <p:cNvSpPr txBox="1"/>
                <p:nvPr/>
              </p:nvSpPr>
              <p:spPr>
                <a:xfrm>
                  <a:off x="2288824" y="2619732"/>
                  <a:ext cx="367779" cy="2514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400" b="1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1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p>
                            <m:r>
                              <a:rPr lang="en-US" altLang="zh-CN" sz="1400" b="1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zh-CN" altLang="en-US" sz="1400" b="1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BA6ECD76-1FEF-5029-2979-8B5376B088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8824" y="2619732"/>
                  <a:ext cx="367779" cy="251437"/>
                </a:xfrm>
                <a:prstGeom prst="rect">
                  <a:avLst/>
                </a:prstGeom>
                <a:blipFill>
                  <a:blip r:embed="rId4"/>
                  <a:stretch>
                    <a:fillRect b="-97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1" name="TextBox 500">
            <a:extLst>
              <a:ext uri="{FF2B5EF4-FFF2-40B4-BE49-F238E27FC236}">
                <a16:creationId xmlns:a16="http://schemas.microsoft.com/office/drawing/2014/main" id="{6492E6D0-4428-2915-E547-2920A1F00DFB}"/>
              </a:ext>
            </a:extLst>
          </p:cNvPr>
          <p:cNvSpPr txBox="1"/>
          <p:nvPr/>
        </p:nvSpPr>
        <p:spPr>
          <a:xfrm>
            <a:off x="1830253" y="1607715"/>
            <a:ext cx="35574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(a) Electron-hole pair to Exciton (BSE)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98AAE92-6886-7F04-CD95-5FF7DF7642EB}"/>
              </a:ext>
            </a:extLst>
          </p:cNvPr>
          <p:cNvCxnSpPr>
            <a:cxnSpLocks/>
          </p:cNvCxnSpPr>
          <p:nvPr/>
        </p:nvCxnSpPr>
        <p:spPr>
          <a:xfrm>
            <a:off x="2961376" y="2360343"/>
            <a:ext cx="217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2B2D0A-30DD-A883-114E-7DF8C68A91A0}"/>
              </a:ext>
            </a:extLst>
          </p:cNvPr>
          <p:cNvSpPr/>
          <p:nvPr/>
        </p:nvSpPr>
        <p:spPr>
          <a:xfrm rot="5400000">
            <a:off x="4537699" y="2370942"/>
            <a:ext cx="968764" cy="358571"/>
          </a:xfrm>
          <a:prstGeom prst="roundRect">
            <a:avLst/>
          </a:prstGeom>
          <a:solidFill>
            <a:schemeClr val="bg1">
              <a:alpha val="60000"/>
            </a:schemeClr>
          </a:solidFill>
          <a:ln>
            <a:solidFill>
              <a:srgbClr val="39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</a:rPr>
              <a:t>MBformer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AD9C3D-56DC-BB92-E46F-4D2C51BDC65E}"/>
              </a:ext>
            </a:extLst>
          </p:cNvPr>
          <p:cNvCxnSpPr>
            <a:cxnSpLocks/>
          </p:cNvCxnSpPr>
          <p:nvPr/>
        </p:nvCxnSpPr>
        <p:spPr>
          <a:xfrm>
            <a:off x="4503017" y="2587741"/>
            <a:ext cx="3404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A1B3329-E98E-D9A0-122A-6A08E7EC1A55}"/>
              </a:ext>
            </a:extLst>
          </p:cNvPr>
          <p:cNvGrpSpPr/>
          <p:nvPr/>
        </p:nvGrpSpPr>
        <p:grpSpPr>
          <a:xfrm>
            <a:off x="3526505" y="2171771"/>
            <a:ext cx="112714" cy="375640"/>
            <a:chOff x="6988451" y="3213849"/>
            <a:chExt cx="172301" cy="537897"/>
          </a:xfrm>
          <a:solidFill>
            <a:srgbClr val="FBE1E1"/>
          </a:solidFill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302A008-E8C0-54B0-D072-FCB72A4FDF90}"/>
                </a:ext>
              </a:extLst>
            </p:cNvPr>
            <p:cNvGrpSpPr/>
            <p:nvPr/>
          </p:nvGrpSpPr>
          <p:grpSpPr>
            <a:xfrm>
              <a:off x="6988469" y="3213849"/>
              <a:ext cx="172283" cy="360034"/>
              <a:chOff x="7445050" y="3750476"/>
              <a:chExt cx="172283" cy="360034"/>
            </a:xfrm>
            <a:grpFill/>
          </p:grpSpPr>
          <p:sp>
            <p:nvSpPr>
              <p:cNvPr id="71" name="Google Shape;1531;p30">
                <a:extLst>
                  <a:ext uri="{FF2B5EF4-FFF2-40B4-BE49-F238E27FC236}">
                    <a16:creationId xmlns:a16="http://schemas.microsoft.com/office/drawing/2014/main" id="{AC9FCE48-816C-051F-78D9-4B5541DB3156}"/>
                  </a:ext>
                </a:extLst>
              </p:cNvPr>
              <p:cNvSpPr/>
              <p:nvPr/>
            </p:nvSpPr>
            <p:spPr>
              <a:xfrm flipH="1">
                <a:off x="7445050" y="3750476"/>
                <a:ext cx="172283" cy="180017"/>
              </a:xfrm>
              <a:prstGeom prst="rect">
                <a:avLst/>
              </a:prstGeom>
              <a:grp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endParaRPr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Google Shape;1536;p30">
                <a:extLst>
                  <a:ext uri="{FF2B5EF4-FFF2-40B4-BE49-F238E27FC236}">
                    <a16:creationId xmlns:a16="http://schemas.microsoft.com/office/drawing/2014/main" id="{F60117F7-0495-E635-CADD-8EDAC6A5AF1C}"/>
                  </a:ext>
                </a:extLst>
              </p:cNvPr>
              <p:cNvSpPr/>
              <p:nvPr/>
            </p:nvSpPr>
            <p:spPr>
              <a:xfrm flipH="1">
                <a:off x="7445050" y="3930493"/>
                <a:ext cx="172283" cy="180017"/>
              </a:xfrm>
              <a:prstGeom prst="rect">
                <a:avLst/>
              </a:prstGeom>
              <a:grp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9" name="Google Shape;1536;p30">
              <a:extLst>
                <a:ext uri="{FF2B5EF4-FFF2-40B4-BE49-F238E27FC236}">
                  <a16:creationId xmlns:a16="http://schemas.microsoft.com/office/drawing/2014/main" id="{28FB4922-107F-D00A-74A1-E92D062BE97C}"/>
                </a:ext>
              </a:extLst>
            </p:cNvPr>
            <p:cNvSpPr/>
            <p:nvPr/>
          </p:nvSpPr>
          <p:spPr>
            <a:xfrm flipH="1">
              <a:off x="6988451" y="3571729"/>
              <a:ext cx="172283" cy="180017"/>
            </a:xfrm>
            <a:prstGeom prst="rect">
              <a:avLst/>
            </a:prstGeom>
            <a:grp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ar-AE" altLang="zh-C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3" name="Flowchart: Summing Junction 72">
            <a:extLst>
              <a:ext uri="{FF2B5EF4-FFF2-40B4-BE49-F238E27FC236}">
                <a16:creationId xmlns:a16="http://schemas.microsoft.com/office/drawing/2014/main" id="{68238376-71B6-7CEC-C76B-AC9E2346B039}"/>
              </a:ext>
            </a:extLst>
          </p:cNvPr>
          <p:cNvSpPr/>
          <p:nvPr/>
        </p:nvSpPr>
        <p:spPr>
          <a:xfrm>
            <a:off x="3501314" y="2568380"/>
            <a:ext cx="163084" cy="163084"/>
          </a:xfrm>
          <a:prstGeom prst="flowChartSummingJunction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842772C-9952-3625-D8BA-6F98E5D163AC}"/>
              </a:ext>
            </a:extLst>
          </p:cNvPr>
          <p:cNvGrpSpPr/>
          <p:nvPr/>
        </p:nvGrpSpPr>
        <p:grpSpPr>
          <a:xfrm>
            <a:off x="3526493" y="2759362"/>
            <a:ext cx="112714" cy="375640"/>
            <a:chOff x="6988451" y="3213849"/>
            <a:chExt cx="172301" cy="537897"/>
          </a:xfrm>
          <a:solidFill>
            <a:srgbClr val="DBF7FD">
              <a:alpha val="60000"/>
            </a:srgb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173D8E00-2766-EA83-9D99-DFDBE4BC90A2}"/>
                </a:ext>
              </a:extLst>
            </p:cNvPr>
            <p:cNvGrpSpPr/>
            <p:nvPr/>
          </p:nvGrpSpPr>
          <p:grpSpPr>
            <a:xfrm>
              <a:off x="6988469" y="3213849"/>
              <a:ext cx="172283" cy="360034"/>
              <a:chOff x="7445050" y="3750476"/>
              <a:chExt cx="172283" cy="360034"/>
            </a:xfrm>
            <a:grpFill/>
          </p:grpSpPr>
          <p:sp>
            <p:nvSpPr>
              <p:cNvPr id="81" name="Google Shape;1531;p30">
                <a:extLst>
                  <a:ext uri="{FF2B5EF4-FFF2-40B4-BE49-F238E27FC236}">
                    <a16:creationId xmlns:a16="http://schemas.microsoft.com/office/drawing/2014/main" id="{0303B653-16BE-37BF-1A76-BD10715957F5}"/>
                  </a:ext>
                </a:extLst>
              </p:cNvPr>
              <p:cNvSpPr/>
              <p:nvPr/>
            </p:nvSpPr>
            <p:spPr>
              <a:xfrm flipH="1">
                <a:off x="7445050" y="3750476"/>
                <a:ext cx="172283" cy="180017"/>
              </a:xfrm>
              <a:prstGeom prst="rect">
                <a:avLst/>
              </a:prstGeom>
              <a:grp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" name="Google Shape;1536;p30">
                <a:extLst>
                  <a:ext uri="{FF2B5EF4-FFF2-40B4-BE49-F238E27FC236}">
                    <a16:creationId xmlns:a16="http://schemas.microsoft.com/office/drawing/2014/main" id="{6943FAEF-9C5A-FD94-1469-BC8698B6490E}"/>
                  </a:ext>
                </a:extLst>
              </p:cNvPr>
              <p:cNvSpPr/>
              <p:nvPr/>
            </p:nvSpPr>
            <p:spPr>
              <a:xfrm flipH="1">
                <a:off x="7445050" y="3930493"/>
                <a:ext cx="172283" cy="180017"/>
              </a:xfrm>
              <a:prstGeom prst="rect">
                <a:avLst/>
              </a:prstGeom>
              <a:grp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9" name="Google Shape;1536;p30">
              <a:extLst>
                <a:ext uri="{FF2B5EF4-FFF2-40B4-BE49-F238E27FC236}">
                  <a16:creationId xmlns:a16="http://schemas.microsoft.com/office/drawing/2014/main" id="{862BF77E-E3A4-6F55-72B7-F1FFF343BE77}"/>
                </a:ext>
              </a:extLst>
            </p:cNvPr>
            <p:cNvSpPr/>
            <p:nvPr/>
          </p:nvSpPr>
          <p:spPr>
            <a:xfrm flipH="1">
              <a:off x="6988451" y="3571729"/>
              <a:ext cx="172283" cy="180017"/>
            </a:xfrm>
            <a:prstGeom prst="rect">
              <a:avLst/>
            </a:prstGeom>
            <a:grp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ar-AE" altLang="zh-C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D431DA5-A1FE-3541-B6C6-4D9D3D68C0FA}"/>
                  </a:ext>
                </a:extLst>
              </p:cNvPr>
              <p:cNvSpPr txBox="1"/>
              <p:nvPr/>
            </p:nvSpPr>
            <p:spPr>
              <a:xfrm>
                <a:off x="3166095" y="2134888"/>
                <a:ext cx="44694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</m:oMath>
                  </m:oMathPara>
                </a14:m>
                <a:endParaRPr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D431DA5-A1FE-3541-B6C6-4D9D3D68C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095" y="2134888"/>
                <a:ext cx="4469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60923C6-0219-D843-2DE2-742F6A744BC8}"/>
                  </a:ext>
                </a:extLst>
              </p:cNvPr>
              <p:cNvSpPr txBox="1"/>
              <p:nvPr/>
            </p:nvSpPr>
            <p:spPr>
              <a:xfrm>
                <a:off x="3153782" y="2741832"/>
                <a:ext cx="44694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0" i="1" dirty="0" smtClean="0">
                              <a:solidFill>
                                <a:srgbClr val="10486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 dirty="0" smtClean="0">
                              <a:solidFill>
                                <a:srgbClr val="104862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1400" b="0" i="1" dirty="0" smtClean="0">
                              <a:solidFill>
                                <a:srgbClr val="10486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400" b="0" i="1" dirty="0" smtClean="0">
                              <a:solidFill>
                                <a:srgbClr val="10486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400" b="0" i="1" dirty="0" smtClean="0">
                              <a:solidFill>
                                <a:srgbClr val="10486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</m:oMath>
                  </m:oMathPara>
                </a14:m>
                <a:endParaRPr lang="zh-CN" altLang="en-US" sz="1400" dirty="0">
                  <a:solidFill>
                    <a:srgbClr val="104862"/>
                  </a:solidFill>
                </a:endParaRPr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60923C6-0219-D843-2DE2-742F6A744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782" y="2741832"/>
                <a:ext cx="446948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28C57C4-760C-DCDA-0FDD-BE29BFC2C970}"/>
              </a:ext>
            </a:extLst>
          </p:cNvPr>
          <p:cNvGrpSpPr/>
          <p:nvPr/>
        </p:nvGrpSpPr>
        <p:grpSpPr>
          <a:xfrm>
            <a:off x="3985595" y="2191842"/>
            <a:ext cx="112728" cy="750819"/>
            <a:chOff x="4600471" y="5025966"/>
            <a:chExt cx="112728" cy="750819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AA542C19-3585-8FFA-A588-28149DBF618D}"/>
                </a:ext>
              </a:extLst>
            </p:cNvPr>
            <p:cNvGrpSpPr/>
            <p:nvPr/>
          </p:nvGrpSpPr>
          <p:grpSpPr>
            <a:xfrm rot="16200000">
              <a:off x="4469936" y="5156501"/>
              <a:ext cx="373789" cy="112720"/>
              <a:chOff x="3896136" y="4074296"/>
              <a:chExt cx="613867" cy="185117"/>
            </a:xfrm>
            <a:gradFill>
              <a:gsLst>
                <a:gs pos="47000">
                  <a:schemeClr val="bg1"/>
                </a:gs>
                <a:gs pos="0">
                  <a:schemeClr val="accent3">
                    <a:lumMod val="45000"/>
                    <a:lumOff val="55000"/>
                  </a:schemeClr>
                </a:gs>
                <a:gs pos="0">
                  <a:srgbClr val="FBE1E1"/>
                </a:gs>
                <a:gs pos="100000">
                  <a:srgbClr val="E9FAFE"/>
                </a:gs>
              </a:gsLst>
              <a:path path="shape">
                <a:fillToRect l="50000" t="50000" r="50000" b="50000"/>
              </a:path>
            </a:gradFill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DBB7E804-DD4B-6F40-7E93-0B228FEDB1C9}"/>
                  </a:ext>
                </a:extLst>
              </p:cNvPr>
              <p:cNvGrpSpPr/>
              <p:nvPr/>
            </p:nvGrpSpPr>
            <p:grpSpPr>
              <a:xfrm rot="5400000">
                <a:off x="4210998" y="3960409"/>
                <a:ext cx="185087" cy="412922"/>
                <a:chOff x="7445050" y="3934604"/>
                <a:chExt cx="172283" cy="360038"/>
              </a:xfrm>
              <a:grpFill/>
            </p:grpSpPr>
            <p:sp>
              <p:nvSpPr>
                <p:cNvPr id="99" name="Google Shape;1531;p30">
                  <a:extLst>
                    <a:ext uri="{FF2B5EF4-FFF2-40B4-BE49-F238E27FC236}">
                      <a16:creationId xmlns:a16="http://schemas.microsoft.com/office/drawing/2014/main" id="{E8E382E8-2A55-3C73-DF01-11CBE3AEEE94}"/>
                    </a:ext>
                  </a:extLst>
                </p:cNvPr>
                <p:cNvSpPr/>
                <p:nvPr/>
              </p:nvSpPr>
              <p:spPr>
                <a:xfrm flipH="1">
                  <a:off x="7445050" y="3934604"/>
                  <a:ext cx="172283" cy="180016"/>
                </a:xfrm>
                <a:prstGeom prst="rect">
                  <a:avLst/>
                </a:prstGeom>
                <a:grp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/>
                  <a:endParaRPr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" name="Google Shape;1536;p30">
                  <a:extLst>
                    <a:ext uri="{FF2B5EF4-FFF2-40B4-BE49-F238E27FC236}">
                      <a16:creationId xmlns:a16="http://schemas.microsoft.com/office/drawing/2014/main" id="{11EC783F-5C1D-517E-D2F5-2A48F137F192}"/>
                    </a:ext>
                  </a:extLst>
                </p:cNvPr>
                <p:cNvSpPr/>
                <p:nvPr/>
              </p:nvSpPr>
              <p:spPr>
                <a:xfrm flipH="1">
                  <a:off x="7445050" y="4114624"/>
                  <a:ext cx="172283" cy="180018"/>
                </a:xfrm>
                <a:prstGeom prst="rect">
                  <a:avLst/>
                </a:prstGeom>
                <a:grp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/>
                  <a:endParaRPr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96" name="Google Shape;1536;p30">
                <a:extLst>
                  <a:ext uri="{FF2B5EF4-FFF2-40B4-BE49-F238E27FC236}">
                    <a16:creationId xmlns:a16="http://schemas.microsoft.com/office/drawing/2014/main" id="{D9667B51-64A1-290D-CDFF-413CFD5ADA36}"/>
                  </a:ext>
                </a:extLst>
              </p:cNvPr>
              <p:cNvSpPr/>
              <p:nvPr/>
            </p:nvSpPr>
            <p:spPr>
              <a:xfrm rot="5400000" flipH="1">
                <a:off x="3906822" y="4063610"/>
                <a:ext cx="185087" cy="206459"/>
              </a:xfrm>
              <a:prstGeom prst="rect">
                <a:avLst/>
              </a:prstGeom>
              <a:grp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8E4B314-DD02-B0FC-BFB1-2A2509209FEB}"/>
                </a:ext>
              </a:extLst>
            </p:cNvPr>
            <p:cNvGrpSpPr/>
            <p:nvPr/>
          </p:nvGrpSpPr>
          <p:grpSpPr>
            <a:xfrm rot="16200000">
              <a:off x="4468507" y="5532092"/>
              <a:ext cx="376664" cy="112721"/>
              <a:chOff x="3896136" y="4074296"/>
              <a:chExt cx="618588" cy="185118"/>
            </a:xfrm>
            <a:gradFill>
              <a:gsLst>
                <a:gs pos="47000">
                  <a:schemeClr val="bg1"/>
                </a:gs>
                <a:gs pos="0">
                  <a:schemeClr val="accent3">
                    <a:lumMod val="45000"/>
                    <a:lumOff val="55000"/>
                  </a:schemeClr>
                </a:gs>
                <a:gs pos="0">
                  <a:srgbClr val="FBE1E1"/>
                </a:gs>
                <a:gs pos="100000">
                  <a:srgbClr val="E9FAFE"/>
                </a:gs>
              </a:gsLst>
              <a:path path="shape">
                <a:fillToRect l="50000" t="50000" r="50000" b="50000"/>
              </a:path>
            </a:gradFill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A025EB0E-176F-7396-A049-B9A7D3F70BD2}"/>
                  </a:ext>
                </a:extLst>
              </p:cNvPr>
              <p:cNvGrpSpPr/>
              <p:nvPr/>
            </p:nvGrpSpPr>
            <p:grpSpPr>
              <a:xfrm rot="5400000">
                <a:off x="4216947" y="3961637"/>
                <a:ext cx="185107" cy="410447"/>
                <a:chOff x="6988451" y="3393866"/>
                <a:chExt cx="172301" cy="357880"/>
              </a:xfrm>
              <a:grpFill/>
            </p:grpSpPr>
            <p:sp>
              <p:nvSpPr>
                <p:cNvPr id="117" name="Google Shape;1536;p30">
                  <a:extLst>
                    <a:ext uri="{FF2B5EF4-FFF2-40B4-BE49-F238E27FC236}">
                      <a16:creationId xmlns:a16="http://schemas.microsoft.com/office/drawing/2014/main" id="{DCF66AFB-EEE1-5899-CFDF-A89F7011ADB2}"/>
                    </a:ext>
                  </a:extLst>
                </p:cNvPr>
                <p:cNvSpPr/>
                <p:nvPr/>
              </p:nvSpPr>
              <p:spPr>
                <a:xfrm flipH="1">
                  <a:off x="6988469" y="3393866"/>
                  <a:ext cx="172283" cy="180017"/>
                </a:xfrm>
                <a:prstGeom prst="rect">
                  <a:avLst/>
                </a:prstGeom>
                <a:grp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/>
                  <a:endParaRPr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" name="Google Shape;1536;p30">
                  <a:extLst>
                    <a:ext uri="{FF2B5EF4-FFF2-40B4-BE49-F238E27FC236}">
                      <a16:creationId xmlns:a16="http://schemas.microsoft.com/office/drawing/2014/main" id="{3E264E96-4BD1-7F8D-9180-2F13F9C72970}"/>
                    </a:ext>
                  </a:extLst>
                </p:cNvPr>
                <p:cNvSpPr/>
                <p:nvPr/>
              </p:nvSpPr>
              <p:spPr>
                <a:xfrm flipH="1">
                  <a:off x="6988451" y="3571729"/>
                  <a:ext cx="172283" cy="180017"/>
                </a:xfrm>
                <a:prstGeom prst="rect">
                  <a:avLst/>
                </a:prstGeom>
                <a:grp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lang="ar-AE" altLang="zh-CN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2" name="Google Shape;1536;p30">
                <a:extLst>
                  <a:ext uri="{FF2B5EF4-FFF2-40B4-BE49-F238E27FC236}">
                    <a16:creationId xmlns:a16="http://schemas.microsoft.com/office/drawing/2014/main" id="{9F6DC92C-F756-993C-0DE0-A04053B538E0}"/>
                  </a:ext>
                </a:extLst>
              </p:cNvPr>
              <p:cNvSpPr/>
              <p:nvPr/>
            </p:nvSpPr>
            <p:spPr>
              <a:xfrm rot="5400000" flipH="1">
                <a:off x="3906822" y="4063610"/>
                <a:ext cx="185087" cy="206459"/>
              </a:xfrm>
              <a:prstGeom prst="rect">
                <a:avLst/>
              </a:prstGeom>
              <a:grp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00C1FF9-88D4-FB0C-FFF0-752398FCDEA4}"/>
                  </a:ext>
                </a:extLst>
              </p:cNvPr>
              <p:cNvSpPr txBox="1"/>
              <p:nvPr/>
            </p:nvSpPr>
            <p:spPr>
              <a:xfrm>
                <a:off x="4046060" y="2408532"/>
                <a:ext cx="547971" cy="3207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00C1FF9-88D4-FB0C-FFF0-752398FCD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060" y="2408532"/>
                <a:ext cx="547971" cy="320729"/>
              </a:xfrm>
              <a:prstGeom prst="rect">
                <a:avLst/>
              </a:prstGeom>
              <a:blipFill>
                <a:blip r:embed="rId7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AA0C305-DD08-D4CB-1EFC-AD6A6387A518}"/>
              </a:ext>
            </a:extLst>
          </p:cNvPr>
          <p:cNvCxnSpPr>
            <a:cxnSpLocks/>
          </p:cNvCxnSpPr>
          <p:nvPr/>
        </p:nvCxnSpPr>
        <p:spPr>
          <a:xfrm>
            <a:off x="3701268" y="2600745"/>
            <a:ext cx="254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0E97EB-AEB3-DF3E-0165-083AF53BDC67}"/>
              </a:ext>
            </a:extLst>
          </p:cNvPr>
          <p:cNvGrpSpPr/>
          <p:nvPr/>
        </p:nvGrpSpPr>
        <p:grpSpPr>
          <a:xfrm>
            <a:off x="5607988" y="2427698"/>
            <a:ext cx="886103" cy="854321"/>
            <a:chOff x="4810850" y="3727015"/>
            <a:chExt cx="994873" cy="95919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D2A9AC4-2B64-71DC-5117-4024113B8800}"/>
                    </a:ext>
                  </a:extLst>
                </p:cNvPr>
                <p:cNvSpPr txBox="1"/>
                <p:nvPr/>
              </p:nvSpPr>
              <p:spPr>
                <a:xfrm>
                  <a:off x="5252622" y="4218845"/>
                  <a:ext cx="553101" cy="226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𝑐𝑣𝑘</m:t>
                            </m:r>
                          </m:sub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p>
                        </m:sSub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14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400" baseline="3000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D2A9AC4-2B64-71DC-5117-4024113B88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622" y="4218845"/>
                  <a:ext cx="553101" cy="226666"/>
                </a:xfrm>
                <a:prstGeom prst="rect">
                  <a:avLst/>
                </a:prstGeom>
                <a:blipFill>
                  <a:blip r:embed="rId8"/>
                  <a:stretch>
                    <a:fillRect l="-16049" r="-13580" b="-515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A987BD6-0617-7F99-CA7B-2DBB65E4CDCD}"/>
                </a:ext>
              </a:extLst>
            </p:cNvPr>
            <p:cNvGrpSpPr/>
            <p:nvPr/>
          </p:nvGrpSpPr>
          <p:grpSpPr>
            <a:xfrm>
              <a:off x="4810850" y="3727015"/>
              <a:ext cx="435761" cy="959190"/>
              <a:chOff x="4569575" y="5054375"/>
              <a:chExt cx="533402" cy="117412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E6EA3083-428D-A4F8-FAF3-460D4E048CB3}"/>
                  </a:ext>
                </a:extLst>
              </p:cNvPr>
              <p:cNvGrpSpPr/>
              <p:nvPr/>
            </p:nvGrpSpPr>
            <p:grpSpPr>
              <a:xfrm>
                <a:off x="4671462" y="5209277"/>
                <a:ext cx="338220" cy="338220"/>
                <a:chOff x="4727644" y="3866213"/>
                <a:chExt cx="193023" cy="193023"/>
              </a:xfrm>
            </p:grpSpPr>
            <p:sp>
              <p:nvSpPr>
                <p:cNvPr id="20" name="Flowchart: Connector 19">
                  <a:extLst>
                    <a:ext uri="{FF2B5EF4-FFF2-40B4-BE49-F238E27FC236}">
                      <a16:creationId xmlns:a16="http://schemas.microsoft.com/office/drawing/2014/main" id="{2E62452B-4A18-6452-C09F-A9543B21672A}"/>
                    </a:ext>
                  </a:extLst>
                </p:cNvPr>
                <p:cNvSpPr/>
                <p:nvPr/>
              </p:nvSpPr>
              <p:spPr>
                <a:xfrm>
                  <a:off x="4727644" y="3866213"/>
                  <a:ext cx="193023" cy="193023"/>
                </a:xfrm>
                <a:prstGeom prst="flowChartConnector">
                  <a:avLst/>
                </a:prstGeom>
                <a:gradFill flip="none" rotWithShape="1">
                  <a:gsLst>
                    <a:gs pos="100000">
                      <a:schemeClr val="bg1"/>
                    </a:gs>
                    <a:gs pos="0">
                      <a:schemeClr val="accent3">
                        <a:lumMod val="45000"/>
                        <a:lumOff val="55000"/>
                      </a:schemeClr>
                    </a:gs>
                    <a:gs pos="0">
                      <a:schemeClr val="accent3">
                        <a:lumMod val="45000"/>
                        <a:lumOff val="55000"/>
                      </a:schemeClr>
                    </a:gs>
                    <a:gs pos="0">
                      <a:srgbClr val="FE9696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Flowchart: Connector 20">
                  <a:extLst>
                    <a:ext uri="{FF2B5EF4-FFF2-40B4-BE49-F238E27FC236}">
                      <a16:creationId xmlns:a16="http://schemas.microsoft.com/office/drawing/2014/main" id="{E777CA26-1484-D93E-2AAF-B92D5BA688F1}"/>
                    </a:ext>
                  </a:extLst>
                </p:cNvPr>
                <p:cNvSpPr/>
                <p:nvPr/>
              </p:nvSpPr>
              <p:spPr>
                <a:xfrm>
                  <a:off x="4810287" y="3950814"/>
                  <a:ext cx="27966" cy="27966"/>
                </a:xfrm>
                <a:prstGeom prst="flowChartConnector">
                  <a:avLst/>
                </a:prstGeom>
                <a:solidFill>
                  <a:srgbClr val="FF6D6D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97F3411-43C5-8AFC-9D52-0493CABD2E73}"/>
                  </a:ext>
                </a:extLst>
              </p:cNvPr>
              <p:cNvGrpSpPr/>
              <p:nvPr/>
            </p:nvGrpSpPr>
            <p:grpSpPr>
              <a:xfrm>
                <a:off x="4669484" y="5762749"/>
                <a:ext cx="338220" cy="338220"/>
                <a:chOff x="4732246" y="3854879"/>
                <a:chExt cx="193023" cy="193023"/>
              </a:xfrm>
            </p:grpSpPr>
            <p:sp>
              <p:nvSpPr>
                <p:cNvPr id="18" name="Flowchart: Connector 17">
                  <a:extLst>
                    <a:ext uri="{FF2B5EF4-FFF2-40B4-BE49-F238E27FC236}">
                      <a16:creationId xmlns:a16="http://schemas.microsoft.com/office/drawing/2014/main" id="{FD5F3DAE-1A44-0F3A-CF3F-2E7658709353}"/>
                    </a:ext>
                  </a:extLst>
                </p:cNvPr>
                <p:cNvSpPr/>
                <p:nvPr/>
              </p:nvSpPr>
              <p:spPr>
                <a:xfrm>
                  <a:off x="4732246" y="3854879"/>
                  <a:ext cx="193023" cy="193023"/>
                </a:xfrm>
                <a:prstGeom prst="flowChartConnector">
                  <a:avLst/>
                </a:prstGeom>
                <a:gradFill flip="none" rotWithShape="1">
                  <a:gsLst>
                    <a:gs pos="100000">
                      <a:schemeClr val="bg1"/>
                    </a:gs>
                    <a:gs pos="0">
                      <a:schemeClr val="accent3">
                        <a:lumMod val="45000"/>
                        <a:lumOff val="55000"/>
                      </a:schemeClr>
                    </a:gs>
                    <a:gs pos="0">
                      <a:schemeClr val="accent3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" name="Flowchart: Connector 18">
                  <a:extLst>
                    <a:ext uri="{FF2B5EF4-FFF2-40B4-BE49-F238E27FC236}">
                      <a16:creationId xmlns:a16="http://schemas.microsoft.com/office/drawing/2014/main" id="{4D89ADC0-2063-E990-C44B-C5A460981C6F}"/>
                    </a:ext>
                  </a:extLst>
                </p:cNvPr>
                <p:cNvSpPr/>
                <p:nvPr/>
              </p:nvSpPr>
              <p:spPr>
                <a:xfrm>
                  <a:off x="4812932" y="3929006"/>
                  <a:ext cx="27966" cy="27966"/>
                </a:xfrm>
                <a:prstGeom prst="flowChartConnector">
                  <a:avLst/>
                </a:prstGeom>
                <a:solidFill>
                  <a:srgbClr val="0070C0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6923E19E-871A-7A66-724A-FA645ABA9064}"/>
                      </a:ext>
                    </a:extLst>
                  </p:cNvPr>
                  <p:cNvSpPr txBox="1"/>
                  <p:nvPr/>
                </p:nvSpPr>
                <p:spPr>
                  <a:xfrm>
                    <a:off x="4569575" y="5054375"/>
                    <a:ext cx="533402" cy="37674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400" b="1" i="1" dirty="0" smtClean="0">
                                  <a:solidFill>
                                    <a:srgbClr val="CB2D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1" i="1" dirty="0" smtClean="0">
                                  <a:solidFill>
                                    <a:srgbClr val="CB2D2D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1400" b="1" i="1" dirty="0" smtClean="0">
                                  <a:solidFill>
                                    <a:srgbClr val="CB2D2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1400" b="1" dirty="0">
                      <a:solidFill>
                        <a:srgbClr val="CB2D2D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6923E19E-871A-7A66-724A-FA645ABA90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9575" y="5054375"/>
                    <a:ext cx="533402" cy="37674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0CFA5A6-B550-3B96-7673-4D8B08953A9A}"/>
                      </a:ext>
                    </a:extLst>
                  </p:cNvPr>
                  <p:cNvSpPr txBox="1"/>
                  <p:nvPr/>
                </p:nvSpPr>
                <p:spPr>
                  <a:xfrm>
                    <a:off x="4585769" y="5830600"/>
                    <a:ext cx="450187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400" b="1" i="1" dirty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1" i="1" dirty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altLang="zh-CN" sz="1400" b="1" i="1" dirty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1400" b="1" dirty="0">
                      <a:solidFill>
                        <a:schemeClr val="accent1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0CFA5A6-B550-3B96-7673-4D8B08953A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5769" y="5830600"/>
                    <a:ext cx="450187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16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B0C4EC3-4410-29D5-0F54-ECD84FC2CF51}"/>
                  </a:ext>
                </a:extLst>
              </p:cNvPr>
              <p:cNvSpPr/>
              <p:nvPr/>
            </p:nvSpPr>
            <p:spPr>
              <a:xfrm>
                <a:off x="4569575" y="5087766"/>
                <a:ext cx="519009" cy="1140729"/>
              </a:xfrm>
              <a:prstGeom prst="ellipse">
                <a:avLst/>
              </a:prstGeom>
              <a:noFill/>
              <a:ln w="12700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39C72C1-DE03-1937-AA8B-895B38A380E0}"/>
              </a:ext>
            </a:extLst>
          </p:cNvPr>
          <p:cNvSpPr/>
          <p:nvPr/>
        </p:nvSpPr>
        <p:spPr>
          <a:xfrm rot="5400000">
            <a:off x="2304242" y="2384932"/>
            <a:ext cx="909742" cy="376642"/>
          </a:xfrm>
          <a:prstGeom prst="roundRect">
            <a:avLst/>
          </a:prstGeom>
          <a:solidFill>
            <a:srgbClr val="FCE1E0">
              <a:alpha val="60000"/>
            </a:srgbClr>
          </a:solidFill>
          <a:ln>
            <a:solidFill>
              <a:srgbClr val="39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Embedder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6EE56AA-FBCF-5736-B33A-B7C51DB8EB93}"/>
              </a:ext>
            </a:extLst>
          </p:cNvPr>
          <p:cNvCxnSpPr>
            <a:cxnSpLocks/>
          </p:cNvCxnSpPr>
          <p:nvPr/>
        </p:nvCxnSpPr>
        <p:spPr>
          <a:xfrm>
            <a:off x="2311888" y="2373837"/>
            <a:ext cx="254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494E179-FF7A-3FC0-6F2D-DF3AF447F0C7}"/>
              </a:ext>
            </a:extLst>
          </p:cNvPr>
          <p:cNvCxnSpPr>
            <a:cxnSpLocks/>
          </p:cNvCxnSpPr>
          <p:nvPr/>
        </p:nvCxnSpPr>
        <p:spPr>
          <a:xfrm>
            <a:off x="2311888" y="2895720"/>
            <a:ext cx="254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D64C4E7-5964-5DC0-CF67-C1CE1E71F841}"/>
              </a:ext>
            </a:extLst>
          </p:cNvPr>
          <p:cNvSpPr txBox="1"/>
          <p:nvPr/>
        </p:nvSpPr>
        <p:spPr>
          <a:xfrm>
            <a:off x="1958996" y="1965314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DFT</a:t>
            </a:r>
            <a:endParaRPr lang="zh-CN" altLang="en-US" sz="1200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3962E1-1D9C-71EE-DF82-E4F73B30F1B1}"/>
              </a:ext>
            </a:extLst>
          </p:cNvPr>
          <p:cNvCxnSpPr>
            <a:cxnSpLocks/>
          </p:cNvCxnSpPr>
          <p:nvPr/>
        </p:nvCxnSpPr>
        <p:spPr>
          <a:xfrm>
            <a:off x="2960956" y="2910174"/>
            <a:ext cx="217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27E7ECA-41AB-770F-2F5C-3647E73D80C8}"/>
              </a:ext>
            </a:extLst>
          </p:cNvPr>
          <p:cNvSpPr txBox="1"/>
          <p:nvPr/>
        </p:nvSpPr>
        <p:spPr>
          <a:xfrm>
            <a:off x="3100847" y="1947145"/>
            <a:ext cx="17012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MB Basis Assembly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B7E8058-BDD9-516D-1E16-453893CE2BCA}"/>
                  </a:ext>
                </a:extLst>
              </p:cNvPr>
              <p:cNvSpPr txBox="1"/>
              <p:nvPr/>
            </p:nvSpPr>
            <p:spPr>
              <a:xfrm>
                <a:off x="5761586" y="2115099"/>
                <a:ext cx="3972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altLang="zh-CN" sz="12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B7E8058-BDD9-516D-1E16-453893CE2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86" y="2115099"/>
                <a:ext cx="397288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23581F-3187-9F53-1653-F517DEE7BEFD}"/>
              </a:ext>
            </a:extLst>
          </p:cNvPr>
          <p:cNvCxnSpPr>
            <a:cxnSpLocks/>
          </p:cNvCxnSpPr>
          <p:nvPr/>
        </p:nvCxnSpPr>
        <p:spPr>
          <a:xfrm flipV="1">
            <a:off x="5208932" y="2893623"/>
            <a:ext cx="372557" cy="51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D77FA08-BFB9-E61F-69AE-4825C43FABE5}"/>
              </a:ext>
            </a:extLst>
          </p:cNvPr>
          <p:cNvCxnSpPr>
            <a:cxnSpLocks/>
          </p:cNvCxnSpPr>
          <p:nvPr/>
        </p:nvCxnSpPr>
        <p:spPr>
          <a:xfrm>
            <a:off x="5208932" y="2274327"/>
            <a:ext cx="1971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25DBE3D-7A2D-E471-5370-71D5EFF98E83}"/>
              </a:ext>
            </a:extLst>
          </p:cNvPr>
          <p:cNvSpPr/>
          <p:nvPr/>
        </p:nvSpPr>
        <p:spPr>
          <a:xfrm rot="5400000">
            <a:off x="5220270" y="2033116"/>
            <a:ext cx="625327" cy="227204"/>
          </a:xfrm>
          <a:prstGeom prst="roundRect">
            <a:avLst/>
          </a:prstGeom>
          <a:solidFill>
            <a:schemeClr val="bg2"/>
          </a:solidFill>
          <a:ln>
            <a:solidFill>
              <a:srgbClr val="39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Linear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CFE08D-C47E-788F-5638-CD95B58DE8E9}"/>
              </a:ext>
            </a:extLst>
          </p:cNvPr>
          <p:cNvCxnSpPr>
            <a:cxnSpLocks/>
          </p:cNvCxnSpPr>
          <p:nvPr/>
        </p:nvCxnSpPr>
        <p:spPr>
          <a:xfrm>
            <a:off x="5666237" y="2285477"/>
            <a:ext cx="1906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FAC7FF4-8B00-4761-3B82-5F982992D4D5}"/>
                  </a:ext>
                </a:extLst>
              </p:cNvPr>
              <p:cNvSpPr txBox="1"/>
              <p:nvPr/>
            </p:nvSpPr>
            <p:spPr>
              <a:xfrm>
                <a:off x="1776700" y="5093505"/>
                <a:ext cx="5153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𝑛𝑘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FAC7FF4-8B00-4761-3B82-5F982992D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700" y="5093505"/>
                <a:ext cx="515398" cy="215444"/>
              </a:xfrm>
              <a:prstGeom prst="rect">
                <a:avLst/>
              </a:prstGeom>
              <a:blipFill>
                <a:blip r:embed="rId12"/>
                <a:stretch>
                  <a:fillRect l="-11765" t="-171429" r="-69412" b="-25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5361743B-CEED-A47C-286E-8EA50EAD251F}"/>
              </a:ext>
            </a:extLst>
          </p:cNvPr>
          <p:cNvGrpSpPr/>
          <p:nvPr/>
        </p:nvGrpSpPr>
        <p:grpSpPr>
          <a:xfrm>
            <a:off x="1878792" y="4829701"/>
            <a:ext cx="276308" cy="276307"/>
            <a:chOff x="4749950" y="3848174"/>
            <a:chExt cx="193023" cy="193023"/>
          </a:xfrm>
        </p:grpSpPr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DE6530E9-6070-A707-91EC-6E5829E5F49B}"/>
                </a:ext>
              </a:extLst>
            </p:cNvPr>
            <p:cNvSpPr/>
            <p:nvPr/>
          </p:nvSpPr>
          <p:spPr>
            <a:xfrm>
              <a:off x="4749950" y="3848174"/>
              <a:ext cx="193023" cy="193023"/>
            </a:xfrm>
            <a:prstGeom prst="flowChartConnector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chemeClr val="accent3">
                    <a:lumMod val="45000"/>
                    <a:lumOff val="55000"/>
                  </a:schemeClr>
                </a:gs>
                <a:gs pos="0">
                  <a:schemeClr val="accent3">
                    <a:lumMod val="45000"/>
                    <a:lumOff val="5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Flowchart: Connector 56">
              <a:extLst>
                <a:ext uri="{FF2B5EF4-FFF2-40B4-BE49-F238E27FC236}">
                  <a16:creationId xmlns:a16="http://schemas.microsoft.com/office/drawing/2014/main" id="{B09C44AA-5315-A5F8-2E58-1F991D638D51}"/>
                </a:ext>
              </a:extLst>
            </p:cNvPr>
            <p:cNvSpPr/>
            <p:nvPr/>
          </p:nvSpPr>
          <p:spPr>
            <a:xfrm>
              <a:off x="4832273" y="3934676"/>
              <a:ext cx="27966" cy="27966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3CACC550-6486-4737-4234-96D3CA9AF61A}"/>
              </a:ext>
            </a:extLst>
          </p:cNvPr>
          <p:cNvSpPr txBox="1"/>
          <p:nvPr/>
        </p:nvSpPr>
        <p:spPr>
          <a:xfrm>
            <a:off x="1726554" y="4049580"/>
            <a:ext cx="29156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(a) Electron-Electron Interaction (G</a:t>
            </a:r>
            <a:r>
              <a:rPr lang="en-US" altLang="zh-CN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altLang="zh-CN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C05421D-2F2A-38E7-32A8-6AD3896E213E}"/>
              </a:ext>
            </a:extLst>
          </p:cNvPr>
          <p:cNvCxnSpPr>
            <a:cxnSpLocks/>
          </p:cNvCxnSpPr>
          <p:nvPr/>
        </p:nvCxnSpPr>
        <p:spPr>
          <a:xfrm>
            <a:off x="2831558" y="4933157"/>
            <a:ext cx="217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A0736324-BAAE-5E7C-6EF7-9651A504355C}"/>
                  </a:ext>
                </a:extLst>
              </p:cNvPr>
              <p:cNvSpPr txBox="1"/>
              <p:nvPr/>
            </p:nvSpPr>
            <p:spPr>
              <a:xfrm>
                <a:off x="2838274" y="4463728"/>
                <a:ext cx="446948" cy="312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𝑛𝑘</m:t>
                          </m:r>
                        </m:sub>
                        <m:sup>
                          <m:r>
                            <a:rPr lang="en-US" altLang="zh-CN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A0736324-BAAE-5E7C-6EF7-9651A5043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274" y="4463728"/>
                <a:ext cx="446948" cy="312586"/>
              </a:xfrm>
              <a:prstGeom prst="rect">
                <a:avLst/>
              </a:prstGeom>
              <a:blipFill>
                <a:blip r:embed="rId13"/>
                <a:stretch>
                  <a:fillRect r="-30137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9" name="Rectangle: Rounded Corners 488">
            <a:extLst>
              <a:ext uri="{FF2B5EF4-FFF2-40B4-BE49-F238E27FC236}">
                <a16:creationId xmlns:a16="http://schemas.microsoft.com/office/drawing/2014/main" id="{30599AAB-717E-8253-0E80-8AB1612C3CC3}"/>
              </a:ext>
            </a:extLst>
          </p:cNvPr>
          <p:cNvSpPr/>
          <p:nvPr/>
        </p:nvSpPr>
        <p:spPr>
          <a:xfrm rot="5400000">
            <a:off x="2200542" y="4826797"/>
            <a:ext cx="909742" cy="376642"/>
          </a:xfrm>
          <a:prstGeom prst="roundRect">
            <a:avLst/>
          </a:prstGeom>
          <a:solidFill>
            <a:srgbClr val="FCE1E0">
              <a:alpha val="60000"/>
            </a:srgbClr>
          </a:solidFill>
          <a:ln>
            <a:solidFill>
              <a:srgbClr val="39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Embedder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4AA2C425-7D64-A9C4-278F-E7D364C4D872}"/>
              </a:ext>
            </a:extLst>
          </p:cNvPr>
          <p:cNvCxnSpPr>
            <a:cxnSpLocks/>
          </p:cNvCxnSpPr>
          <p:nvPr/>
        </p:nvCxnSpPr>
        <p:spPr>
          <a:xfrm>
            <a:off x="2208188" y="4928932"/>
            <a:ext cx="254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7" name="TextBox 496">
            <a:extLst>
              <a:ext uri="{FF2B5EF4-FFF2-40B4-BE49-F238E27FC236}">
                <a16:creationId xmlns:a16="http://schemas.microsoft.com/office/drawing/2014/main" id="{7BEFD6E0-6CB4-B074-CFB4-03E56AFD9283}"/>
              </a:ext>
            </a:extLst>
          </p:cNvPr>
          <p:cNvSpPr txBox="1"/>
          <p:nvPr/>
        </p:nvSpPr>
        <p:spPr>
          <a:xfrm>
            <a:off x="1799982" y="4589076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DFT</a:t>
            </a:r>
            <a:endParaRPr lang="zh-CN" altLang="en-US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0" name="TextBox 499">
                <a:extLst>
                  <a:ext uri="{FF2B5EF4-FFF2-40B4-BE49-F238E27FC236}">
                    <a16:creationId xmlns:a16="http://schemas.microsoft.com/office/drawing/2014/main" id="{641B8852-ABEF-0236-7E84-F722616EC93D}"/>
                  </a:ext>
                </a:extLst>
              </p:cNvPr>
              <p:cNvSpPr txBox="1"/>
              <p:nvPr/>
            </p:nvSpPr>
            <p:spPr>
              <a:xfrm>
                <a:off x="4686478" y="4759816"/>
                <a:ext cx="593496" cy="303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l-GR" altLang="zh-CN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b>
                        <m:sup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sz="1200" b="0" i="1" baseline="-25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1200" b="0" i="1" baseline="-25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altLang="zh-CN" sz="1200" dirty="0"/>
              </a:p>
            </p:txBody>
          </p:sp>
        </mc:Choice>
        <mc:Fallback>
          <p:sp>
            <p:nvSpPr>
              <p:cNvPr id="500" name="TextBox 499">
                <a:extLst>
                  <a:ext uri="{FF2B5EF4-FFF2-40B4-BE49-F238E27FC236}">
                    <a16:creationId xmlns:a16="http://schemas.microsoft.com/office/drawing/2014/main" id="{641B8852-ABEF-0236-7E84-F722616EC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478" y="4759816"/>
                <a:ext cx="593496" cy="30316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3" name="Straight Arrow Connector 502">
            <a:extLst>
              <a:ext uri="{FF2B5EF4-FFF2-40B4-BE49-F238E27FC236}">
                <a16:creationId xmlns:a16="http://schemas.microsoft.com/office/drawing/2014/main" id="{50FAB047-41D7-9A4F-AF5F-75A5C7E8B883}"/>
              </a:ext>
            </a:extLst>
          </p:cNvPr>
          <p:cNvCxnSpPr>
            <a:cxnSpLocks/>
          </p:cNvCxnSpPr>
          <p:nvPr/>
        </p:nvCxnSpPr>
        <p:spPr>
          <a:xfrm>
            <a:off x="4148177" y="4928932"/>
            <a:ext cx="1971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Rectangle: Rounded Corners 503">
            <a:extLst>
              <a:ext uri="{FF2B5EF4-FFF2-40B4-BE49-F238E27FC236}">
                <a16:creationId xmlns:a16="http://schemas.microsoft.com/office/drawing/2014/main" id="{01EA5C54-D87C-BC43-804C-DB23FFB4CF1F}"/>
              </a:ext>
            </a:extLst>
          </p:cNvPr>
          <p:cNvSpPr/>
          <p:nvPr/>
        </p:nvSpPr>
        <p:spPr>
          <a:xfrm rot="5400000">
            <a:off x="4146253" y="4800619"/>
            <a:ext cx="625327" cy="227204"/>
          </a:xfrm>
          <a:prstGeom prst="roundRect">
            <a:avLst/>
          </a:prstGeom>
          <a:solidFill>
            <a:schemeClr val="bg2"/>
          </a:solidFill>
          <a:ln>
            <a:solidFill>
              <a:srgbClr val="39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Linear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A5B1398F-258A-6B9E-A635-BFB04B52ED19}"/>
              </a:ext>
            </a:extLst>
          </p:cNvPr>
          <p:cNvCxnSpPr>
            <a:cxnSpLocks/>
          </p:cNvCxnSpPr>
          <p:nvPr/>
        </p:nvCxnSpPr>
        <p:spPr>
          <a:xfrm>
            <a:off x="4572519" y="4928932"/>
            <a:ext cx="1906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4160CB3B-FC80-A7BC-BA1D-15A1C74D2E9C}"/>
              </a:ext>
            </a:extLst>
          </p:cNvPr>
          <p:cNvGrpSpPr/>
          <p:nvPr/>
        </p:nvGrpSpPr>
        <p:grpSpPr>
          <a:xfrm>
            <a:off x="3072502" y="4780034"/>
            <a:ext cx="112714" cy="375640"/>
            <a:chOff x="6988451" y="3213849"/>
            <a:chExt cx="172301" cy="537897"/>
          </a:xfrm>
          <a:solidFill>
            <a:schemeClr val="bg1">
              <a:lumMod val="85000"/>
              <a:alpha val="60000"/>
            </a:schemeClr>
          </a:solidFill>
        </p:grpSpPr>
        <p:grpSp>
          <p:nvGrpSpPr>
            <p:cNvPr id="507" name="Group 506">
              <a:extLst>
                <a:ext uri="{FF2B5EF4-FFF2-40B4-BE49-F238E27FC236}">
                  <a16:creationId xmlns:a16="http://schemas.microsoft.com/office/drawing/2014/main" id="{1F1FFD0A-6424-9163-ECFC-9FEA4E4CC790}"/>
                </a:ext>
              </a:extLst>
            </p:cNvPr>
            <p:cNvGrpSpPr/>
            <p:nvPr/>
          </p:nvGrpSpPr>
          <p:grpSpPr>
            <a:xfrm>
              <a:off x="6988469" y="3213849"/>
              <a:ext cx="172283" cy="360034"/>
              <a:chOff x="7445050" y="3750476"/>
              <a:chExt cx="172283" cy="360034"/>
            </a:xfrm>
            <a:grpFill/>
          </p:grpSpPr>
          <p:sp>
            <p:nvSpPr>
              <p:cNvPr id="510" name="Google Shape;1531;p30">
                <a:extLst>
                  <a:ext uri="{FF2B5EF4-FFF2-40B4-BE49-F238E27FC236}">
                    <a16:creationId xmlns:a16="http://schemas.microsoft.com/office/drawing/2014/main" id="{45ACCEB4-1147-92BE-5258-FE99D70ECA94}"/>
                  </a:ext>
                </a:extLst>
              </p:cNvPr>
              <p:cNvSpPr/>
              <p:nvPr/>
            </p:nvSpPr>
            <p:spPr>
              <a:xfrm flipH="1">
                <a:off x="7445050" y="3750476"/>
                <a:ext cx="172283" cy="180017"/>
              </a:xfrm>
              <a:prstGeom prst="rect">
                <a:avLst/>
              </a:prstGeom>
              <a:grp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1" name="Google Shape;1536;p30">
                <a:extLst>
                  <a:ext uri="{FF2B5EF4-FFF2-40B4-BE49-F238E27FC236}">
                    <a16:creationId xmlns:a16="http://schemas.microsoft.com/office/drawing/2014/main" id="{78B060E7-AFF4-3975-2F1E-6778F0624A98}"/>
                  </a:ext>
                </a:extLst>
              </p:cNvPr>
              <p:cNvSpPr/>
              <p:nvPr/>
            </p:nvSpPr>
            <p:spPr>
              <a:xfrm flipH="1">
                <a:off x="7445050" y="3930493"/>
                <a:ext cx="172283" cy="180017"/>
              </a:xfrm>
              <a:prstGeom prst="rect">
                <a:avLst/>
              </a:prstGeom>
              <a:grp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09" name="Google Shape;1536;p30">
              <a:extLst>
                <a:ext uri="{FF2B5EF4-FFF2-40B4-BE49-F238E27FC236}">
                  <a16:creationId xmlns:a16="http://schemas.microsoft.com/office/drawing/2014/main" id="{044730C0-185A-1BAB-E88D-E3B5C48D1960}"/>
                </a:ext>
              </a:extLst>
            </p:cNvPr>
            <p:cNvSpPr/>
            <p:nvPr/>
          </p:nvSpPr>
          <p:spPr>
            <a:xfrm flipH="1">
              <a:off x="6988451" y="3571729"/>
              <a:ext cx="172283" cy="180017"/>
            </a:xfrm>
            <a:prstGeom prst="rect">
              <a:avLst/>
            </a:prstGeom>
            <a:grp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ar-AE" altLang="zh-C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9918B30-2787-B652-F5E9-40784A8EA8D7}"/>
              </a:ext>
            </a:extLst>
          </p:cNvPr>
          <p:cNvGrpSpPr/>
          <p:nvPr/>
        </p:nvGrpSpPr>
        <p:grpSpPr>
          <a:xfrm>
            <a:off x="3186046" y="4931115"/>
            <a:ext cx="576340" cy="349785"/>
            <a:chOff x="4416535" y="5259770"/>
            <a:chExt cx="340446" cy="349785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862608E-0F11-4D45-637F-65524456B73E}"/>
                </a:ext>
              </a:extLst>
            </p:cNvPr>
            <p:cNvCxnSpPr>
              <a:cxnSpLocks/>
            </p:cNvCxnSpPr>
            <p:nvPr/>
          </p:nvCxnSpPr>
          <p:spPr>
            <a:xfrm>
              <a:off x="4416535" y="5259770"/>
              <a:ext cx="34044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107">
              <a:extLst>
                <a:ext uri="{FF2B5EF4-FFF2-40B4-BE49-F238E27FC236}">
                  <a16:creationId xmlns:a16="http://schemas.microsoft.com/office/drawing/2014/main" id="{B72D9564-FB1F-0CEE-D3D6-79085D1BA770}"/>
                </a:ext>
              </a:extLst>
            </p:cNvPr>
            <p:cNvSpPr/>
            <p:nvPr/>
          </p:nvSpPr>
          <p:spPr>
            <a:xfrm rot="5400000">
              <a:off x="4484092" y="5336666"/>
              <a:ext cx="349659" cy="196119"/>
            </a:xfrm>
            <a:custGeom>
              <a:avLst/>
              <a:gdLst>
                <a:gd name="connsiteX0" fmla="*/ 0 w 1063961"/>
                <a:gd name="connsiteY0" fmla="*/ 0 h 733578"/>
                <a:gd name="connsiteX1" fmla="*/ 1063961 w 1063961"/>
                <a:gd name="connsiteY1" fmla="*/ 0 h 733578"/>
                <a:gd name="connsiteX2" fmla="*/ 1063961 w 1063961"/>
                <a:gd name="connsiteY2" fmla="*/ 733578 h 733578"/>
                <a:gd name="connsiteX3" fmla="*/ 0 w 1063961"/>
                <a:gd name="connsiteY3" fmla="*/ 733578 h 733578"/>
                <a:gd name="connsiteX4" fmla="*/ 0 w 1063961"/>
                <a:gd name="connsiteY4" fmla="*/ 0 h 733578"/>
                <a:gd name="connsiteX0" fmla="*/ 1063961 w 1063961"/>
                <a:gd name="connsiteY0" fmla="*/ 0 h 733578"/>
                <a:gd name="connsiteX1" fmla="*/ 1063961 w 1063961"/>
                <a:gd name="connsiteY1" fmla="*/ 733578 h 733578"/>
                <a:gd name="connsiteX2" fmla="*/ 0 w 1063961"/>
                <a:gd name="connsiteY2" fmla="*/ 733578 h 733578"/>
                <a:gd name="connsiteX3" fmla="*/ 91440 w 1063961"/>
                <a:gd name="connsiteY3" fmla="*/ 91440 h 733578"/>
                <a:gd name="connsiteX0" fmla="*/ 1063961 w 1063961"/>
                <a:gd name="connsiteY0" fmla="*/ 0 h 733578"/>
                <a:gd name="connsiteX1" fmla="*/ 1063961 w 1063961"/>
                <a:gd name="connsiteY1" fmla="*/ 733578 h 733578"/>
                <a:gd name="connsiteX2" fmla="*/ 0 w 1063961"/>
                <a:gd name="connsiteY2" fmla="*/ 733578 h 733578"/>
                <a:gd name="connsiteX3" fmla="*/ 2540 w 1063961"/>
                <a:gd name="connsiteY3" fmla="*/ 49106 h 733578"/>
                <a:gd name="connsiteX0" fmla="*/ 1063961 w 1063961"/>
                <a:gd name="connsiteY0" fmla="*/ 3991 h 737569"/>
                <a:gd name="connsiteX1" fmla="*/ 1063961 w 1063961"/>
                <a:gd name="connsiteY1" fmla="*/ 737569 h 737569"/>
                <a:gd name="connsiteX2" fmla="*/ 0 w 1063961"/>
                <a:gd name="connsiteY2" fmla="*/ 737569 h 737569"/>
                <a:gd name="connsiteX3" fmla="*/ 6790 w 1063961"/>
                <a:gd name="connsiteY3" fmla="*/ 0 h 737569"/>
                <a:gd name="connsiteX0" fmla="*/ 1063961 w 1063961"/>
                <a:gd name="connsiteY0" fmla="*/ 2180 h 735758"/>
                <a:gd name="connsiteX1" fmla="*/ 1063961 w 1063961"/>
                <a:gd name="connsiteY1" fmla="*/ 735758 h 735758"/>
                <a:gd name="connsiteX2" fmla="*/ 0 w 1063961"/>
                <a:gd name="connsiteY2" fmla="*/ 735758 h 735758"/>
                <a:gd name="connsiteX3" fmla="*/ 415 w 1063961"/>
                <a:gd name="connsiteY3" fmla="*/ 0 h 735758"/>
                <a:gd name="connsiteX0" fmla="*/ 1063961 w 1063961"/>
                <a:gd name="connsiteY0" fmla="*/ 197473 h 931051"/>
                <a:gd name="connsiteX1" fmla="*/ 1063961 w 1063961"/>
                <a:gd name="connsiteY1" fmla="*/ 931051 h 931051"/>
                <a:gd name="connsiteX2" fmla="*/ 0 w 1063961"/>
                <a:gd name="connsiteY2" fmla="*/ 931051 h 931051"/>
                <a:gd name="connsiteX3" fmla="*/ 415 w 1063961"/>
                <a:gd name="connsiteY3" fmla="*/ 0 h 931051"/>
                <a:gd name="connsiteX0" fmla="*/ 1064986 w 1064986"/>
                <a:gd name="connsiteY0" fmla="*/ 407377 h 1140955"/>
                <a:gd name="connsiteX1" fmla="*/ 1064986 w 1064986"/>
                <a:gd name="connsiteY1" fmla="*/ 1140955 h 1140955"/>
                <a:gd name="connsiteX2" fmla="*/ 1025 w 1064986"/>
                <a:gd name="connsiteY2" fmla="*/ 1140955 h 1140955"/>
                <a:gd name="connsiteX3" fmla="*/ 0 w 1064986"/>
                <a:gd name="connsiteY3" fmla="*/ 0 h 1140955"/>
                <a:gd name="connsiteX0" fmla="*/ 1067155 w 1067155"/>
                <a:gd name="connsiteY0" fmla="*/ -1 h 733577"/>
                <a:gd name="connsiteX1" fmla="*/ 1067155 w 1067155"/>
                <a:gd name="connsiteY1" fmla="*/ 733577 h 733577"/>
                <a:gd name="connsiteX2" fmla="*/ 3194 w 1067155"/>
                <a:gd name="connsiteY2" fmla="*/ 733577 h 733577"/>
                <a:gd name="connsiteX3" fmla="*/ 0 w 1067155"/>
                <a:gd name="connsiteY3" fmla="*/ 84111 h 733577"/>
                <a:gd name="connsiteX0" fmla="*/ 1067155 w 1067155"/>
                <a:gd name="connsiteY0" fmla="*/ 8990 h 742568"/>
                <a:gd name="connsiteX1" fmla="*/ 1067155 w 1067155"/>
                <a:gd name="connsiteY1" fmla="*/ 742568 h 742568"/>
                <a:gd name="connsiteX2" fmla="*/ 3194 w 1067155"/>
                <a:gd name="connsiteY2" fmla="*/ 742568 h 742568"/>
                <a:gd name="connsiteX3" fmla="*/ 0 w 1067155"/>
                <a:gd name="connsiteY3" fmla="*/ 0 h 74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7155" h="742568">
                  <a:moveTo>
                    <a:pt x="1067155" y="8990"/>
                  </a:moveTo>
                  <a:lnTo>
                    <a:pt x="1067155" y="742568"/>
                  </a:lnTo>
                  <a:lnTo>
                    <a:pt x="3194" y="742568"/>
                  </a:lnTo>
                  <a:cubicBezTo>
                    <a:pt x="3194" y="498042"/>
                    <a:pt x="0" y="0"/>
                    <a:pt x="0" y="0"/>
                  </a:cubicBezTo>
                </a:path>
              </a:pathLst>
            </a:custGeom>
            <a:noFill/>
            <a:ln>
              <a:headEnd type="triangl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13449047-5AD4-DA6A-FEA9-8BF6FC70C0AB}"/>
              </a:ext>
            </a:extLst>
          </p:cNvPr>
          <p:cNvSpPr txBox="1"/>
          <p:nvPr/>
        </p:nvSpPr>
        <p:spPr>
          <a:xfrm>
            <a:off x="3133936" y="4672244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Q-state</a:t>
            </a:r>
            <a:endParaRPr lang="zh-CN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966AE9-7AB7-650E-325A-9F53B1654C24}"/>
              </a:ext>
            </a:extLst>
          </p:cNvPr>
          <p:cNvSpPr txBox="1"/>
          <p:nvPr/>
        </p:nvSpPr>
        <p:spPr>
          <a:xfrm>
            <a:off x="3045747" y="5246538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K,V-state</a:t>
            </a:r>
            <a:endParaRPr lang="zh-CN" altLang="en-US" sz="1200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1786631-8E50-8316-5C26-264E3A08C233}"/>
              </a:ext>
            </a:extLst>
          </p:cNvPr>
          <p:cNvSpPr/>
          <p:nvPr/>
        </p:nvSpPr>
        <p:spPr>
          <a:xfrm rot="5400000">
            <a:off x="3464486" y="4883691"/>
            <a:ext cx="968764" cy="358571"/>
          </a:xfrm>
          <a:prstGeom prst="roundRect">
            <a:avLst/>
          </a:prstGeom>
          <a:solidFill>
            <a:schemeClr val="bg1">
              <a:alpha val="60000"/>
            </a:schemeClr>
          </a:solidFill>
          <a:ln>
            <a:solidFill>
              <a:srgbClr val="39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</a:rPr>
              <a:t>MBformer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227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210</Words>
  <Application>Microsoft Office PowerPoint</Application>
  <PresentationFormat>Widescreen</PresentationFormat>
  <Paragraphs>100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Hou, Bowen</dc:creator>
  <cp:lastModifiedBy>Hou, Bowen</cp:lastModifiedBy>
  <cp:revision>72</cp:revision>
  <dcterms:created xsi:type="dcterms:W3CDTF">2025-02-25T00:55:48Z</dcterms:created>
  <dcterms:modified xsi:type="dcterms:W3CDTF">2025-02-26T03:36:46Z</dcterms:modified>
</cp:coreProperties>
</file>